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notesSlides/notesSlide3.xml" ContentType="application/vnd.openxmlformats-officedocument.presentationml.notesSlide+xml"/>
  <Override PartName="/ppt/tags/tag6.xml" ContentType="application/vnd.openxmlformats-officedocument.presentationml.tags+xml"/>
  <Override PartName="/ppt/notesSlides/notesSlide4.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27" r:id="rId4"/>
  </p:sldMasterIdLst>
  <p:notesMasterIdLst>
    <p:notesMasterId r:id="rId12"/>
  </p:notesMasterIdLst>
  <p:handoutMasterIdLst>
    <p:handoutMasterId r:id="rId13"/>
  </p:handoutMasterIdLst>
  <p:sldIdLst>
    <p:sldId id="2145706848" r:id="rId5"/>
    <p:sldId id="2145706876" r:id="rId6"/>
    <p:sldId id="324" r:id="rId7"/>
    <p:sldId id="2145706875" r:id="rId8"/>
    <p:sldId id="2145706877" r:id="rId9"/>
    <p:sldId id="2145706858" r:id="rId10"/>
    <p:sldId id="2145706852" r:id="rId11"/>
  </p:sldIdLst>
  <p:sldSz cx="12192000" cy="6858000"/>
  <p:notesSz cx="6858000" cy="9144000"/>
  <p:embeddedFontLst>
    <p:embeddedFont>
      <p:font typeface="MMC Display Condensed" panose="020B0606020203020204" pitchFamily="34" charset="0"/>
      <p:regular r:id="rId14"/>
      <p:bold r:id="rId15"/>
    </p:embeddedFont>
    <p:embeddedFont>
      <p:font typeface="Noto Sans" panose="020B0502040504020204" pitchFamily="34" charset="0"/>
      <p:regular r:id="rId16"/>
      <p:bold r:id="rId17"/>
      <p:italic r:id="rId18"/>
      <p:boldItalic r:id="rId19"/>
    </p:embeddedFont>
  </p:embeddedFontLst>
  <p:custDataLst>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39DD9DD-9E6C-4910-8AC0-68ADFF6A6AFC}">
  <a:tblStyle styleId="{839DD9DD-9E6C-4910-8AC0-68ADFF6A6AFC}" styleName="OW Table 1">
    <a:wholeTbl>
      <a:tcStyle>
        <a:tcBdr>
          <a:left>
            <a:ln>
              <a:noFill/>
            </a:ln>
          </a:left>
          <a:right>
            <a:ln>
              <a:noFill/>
            </a:ln>
          </a:right>
          <a:top>
            <a:ln>
              <a:noFill/>
            </a:ln>
          </a:top>
          <a:bottom>
            <a:ln>
              <a:noFill/>
            </a:ln>
          </a:bottom>
          <a:insideH>
            <a:ln w="9525" cmpd="sng">
              <a:solidFill>
                <a:schemeClr val="tx1"/>
              </a:solidFill>
            </a:ln>
          </a:insideH>
          <a:insideV>
            <a:ln>
              <a:noFill/>
            </a:ln>
          </a:insideV>
        </a:tcBdr>
      </a:tcStyle>
    </a:wholeTbl>
    <a:lastCol>
      <a:tcTxStyle b="on">
        <a:fontRef idx="minor">
          <a:prstClr val="black"/>
        </a:fontRef>
      </a:tcTxStyle>
      <a:tcStyle>
        <a:tcBdr/>
      </a:tcStyle>
    </a:lastCol>
    <a:firstCol>
      <a:tcTxStyle b="on">
        <a:fontRef idx="minor">
          <a:prstClr val="black"/>
        </a:fontRef>
      </a:tcTxStyle>
      <a:tcStyle>
        <a:tcBdr/>
      </a:tcStyle>
    </a:firstCol>
    <a:lastRow>
      <a:tcTxStyle b="on">
        <a:fontRef idx="minor">
          <a:prstClr val="black"/>
        </a:fontRef>
      </a:tcTxStyle>
      <a:tcStyle>
        <a:tcBdr>
          <a:top>
            <a:ln w="9525" cmpd="sng">
              <a:solidFill>
                <a:schemeClr val="tx1"/>
              </a:solidFill>
            </a:ln>
          </a:top>
        </a:tcBdr>
      </a:tcStyle>
    </a:lastRow>
    <a:firstRow>
      <a:tcTxStyle b="on">
        <a:fontRef idx="minor">
          <a:prstClr val="black"/>
        </a:fontRef>
      </a:tcTxStyle>
      <a:tcStyle>
        <a:tcBdr>
          <a:bottom>
            <a:ln w="9525" cmpd="sng">
              <a:solidFill>
                <a:schemeClr val="tx1"/>
              </a:solidFill>
            </a:ln>
          </a:bottom>
        </a:tcBdr>
        <a:fill>
          <a:noFill/>
        </a:fill>
      </a:tcStyle>
    </a:firstRow>
  </a:tblStyle>
  <a:tblStyle styleId="{DEE88F5C-1499-4FF7-93D6-36A3AE1B8DDA}" styleName="OW Table 2">
    <a:wholeTbl>
      <a:tcStyle>
        <a:tcBdr>
          <a:left>
            <a:ln>
              <a:noFill/>
            </a:ln>
          </a:left>
          <a:right>
            <a:ln>
              <a:noFill/>
            </a:ln>
          </a:right>
          <a:top>
            <a:ln>
              <a:noFill/>
            </a:ln>
          </a:top>
          <a:bottom>
            <a:ln cmpd="sng">
              <a:noFill/>
            </a:ln>
          </a:bottom>
          <a:insideH>
            <a:ln w="9525" cmpd="sng">
              <a:solidFill>
                <a:srgbClr val="D1CEC9"/>
              </a:solidFill>
            </a:ln>
          </a:insideH>
          <a:insideV>
            <a:ln>
              <a:noFill/>
            </a:ln>
          </a:insideV>
        </a:tcBdr>
      </a:tcStyle>
    </a:wholeTbl>
    <a:lastCol>
      <a:tcTxStyle b="on">
        <a:fontRef idx="minor">
          <a:prstClr val="black"/>
        </a:fontRef>
      </a:tcTxStyle>
      <a:tcStyle>
        <a:tcBdr/>
      </a:tcStyle>
    </a:lastCol>
    <a:firstCol>
      <a:tcTxStyle b="on">
        <a:fontRef idx="minor">
          <a:prstClr val="black"/>
        </a:fontRef>
      </a:tcTxStyle>
      <a:tcStyle>
        <a:tcBdr/>
      </a:tcStyle>
    </a:firstCol>
    <a:lastRow>
      <a:tcTxStyle b="on">
        <a:fontRef idx="minor">
          <a:prstClr val="black"/>
        </a:fontRef>
      </a:tcTxStyle>
      <a:tcStyle>
        <a:tcBdr>
          <a:top>
            <a:ln w="9525" cmpd="sng">
              <a:solidFill>
                <a:schemeClr val="tx1"/>
              </a:solidFill>
            </a:ln>
          </a:top>
        </a:tcBdr>
      </a:tcStyle>
    </a:lastRow>
    <a:firstRow>
      <a:tcTxStyle b="on">
        <a:fontRef idx="minor">
          <a:prstClr val="black"/>
        </a:fontRef>
      </a:tcTxStyle>
      <a:tcStyle>
        <a:tcBdr>
          <a:bottom>
            <a:ln w="9525" cmpd="sng">
              <a:solidFill>
                <a:schemeClr val="tx1"/>
              </a:solidFill>
            </a:ln>
          </a:bottom>
        </a:tcBdr>
        <a:fill>
          <a:noFill/>
        </a:fill>
      </a:tcStyle>
    </a:firstRow>
  </a:tblStyle>
  <a:tblStyle styleId="{C1A551C0-2026-AC11-E31C-4D4D43000001}" styleName="OW Table 3">
    <a:wholeTbl>
      <a:tcStyle>
        <a:tcBdr>
          <a:left>
            <a:ln>
              <a:noFill/>
            </a:ln>
          </a:left>
          <a:right>
            <a:ln>
              <a:noFill/>
            </a:ln>
          </a:right>
          <a:top>
            <a:ln>
              <a:noFill/>
            </a:ln>
          </a:top>
          <a:bottom>
            <a:ln>
              <a:noFill/>
            </a:ln>
          </a:bottom>
          <a:insideH>
            <a:ln w="9525" cmpd="sng">
              <a:solidFill>
                <a:srgbClr val="D1CEC9"/>
              </a:solidFill>
            </a:ln>
          </a:insideH>
          <a:insideV>
            <a:ln>
              <a:noFill/>
            </a:ln>
          </a:insideV>
        </a:tcBdr>
      </a:tcStyle>
    </a:wholeTbl>
    <a:band1H>
      <a:tcStyle>
        <a:tcBdr/>
      </a:tcStyle>
    </a:band1H>
    <a:band2H>
      <a:tcTxStyle>
        <a:fontRef idx="minor">
          <a:prstClr val="black"/>
        </a:fontRef>
        <a:schemeClr val="accent1"/>
      </a:tcTxStyle>
      <a:tcStyle>
        <a:tcBdr>
          <a:left>
            <a:ln>
              <a:noFill/>
            </a:ln>
          </a:left>
          <a:right>
            <a:ln>
              <a:noFill/>
            </a:ln>
          </a:right>
          <a:top>
            <a:ln>
              <a:noFill/>
            </a:ln>
          </a:top>
          <a:bottom>
            <a:ln>
              <a:noFill/>
            </a:ln>
          </a:bottom>
          <a:insideH>
            <a:ln>
              <a:noFill/>
            </a:ln>
          </a:insideH>
          <a:insideV>
            <a:ln>
              <a:noFill/>
            </a:ln>
          </a:insideV>
        </a:tcBdr>
        <a:fill>
          <a:solidFill>
            <a:srgbClr val="F7F3EE"/>
          </a:solidFill>
        </a:fill>
      </a:tcStyle>
    </a:band2H>
    <a:band1V>
      <a:tcTxStyle>
        <a:fontRef idx="minor">
          <a:prstClr val="black"/>
        </a:fontRef>
        <a:schemeClr val="accent1"/>
      </a:tcTxStyle>
      <a:tcStyle>
        <a:tcBdr/>
        <a:fill>
          <a:solidFill>
            <a:srgbClr val="F7F3EE"/>
          </a:solidFill>
        </a:fill>
      </a:tcStyle>
    </a:band1V>
    <a:band2V>
      <a:tcStyle>
        <a:tcBdr/>
      </a:tcStyle>
    </a:band2V>
    <a:lastCol>
      <a:tcTxStyle b="on">
        <a:fontRef idx="minor">
          <a:prstClr val="black"/>
        </a:fontRef>
      </a:tcTxStyle>
      <a:tcStyle>
        <a:tcBdr/>
      </a:tcStyle>
    </a:lastCol>
    <a:firstCol>
      <a:tcTxStyle b="on">
        <a:fontRef idx="minor">
          <a:prstClr val="black"/>
        </a:fontRef>
      </a:tcTxStyle>
      <a:tcStyle>
        <a:tcBdr/>
      </a:tcStyle>
    </a:firstCol>
    <a:lastRow>
      <a:tcTxStyle b="on">
        <a:fontRef idx="minor">
          <a:prstClr val="black"/>
        </a:fontRef>
      </a:tcTxStyle>
      <a:tcStyle>
        <a:tcBdr>
          <a:top>
            <a:ln w="9525" cmpd="sng">
              <a:solidFill>
                <a:schemeClr val="tx1"/>
              </a:solidFill>
            </a:ln>
          </a:top>
        </a:tcBdr>
      </a:tcStyle>
    </a:lastRow>
    <a:firstRow>
      <a:tcTxStyle b="on">
        <a:fontRef idx="minor">
          <a:prstClr val="black"/>
        </a:fontRef>
        <a:schemeClr val="bg1"/>
      </a:tcTxStyle>
      <a:tcStyle>
        <a:tcBdr/>
        <a:fill>
          <a:solidFill>
            <a:schemeClr val="tx1"/>
          </a:solidFill>
        </a:fill>
      </a:tcStyle>
    </a:firstRow>
  </a:tblStyle>
  <a:tblStyle styleId="{BFED5174-02BB-453E-812A-08A1B9408351}" styleName="OW Table 4 (for dark bg)">
    <a:wholeTbl>
      <a:tcStyle>
        <a:tcBdr>
          <a:left>
            <a:ln>
              <a:noFill/>
            </a:ln>
          </a:left>
          <a:right>
            <a:ln>
              <a:noFill/>
            </a:ln>
          </a:right>
          <a:top>
            <a:ln>
              <a:noFill/>
            </a:ln>
          </a:top>
          <a:bottom>
            <a:ln>
              <a:noFill/>
            </a:ln>
          </a:bottom>
          <a:insideH>
            <a:ln w="9525" cmpd="sng">
              <a:solidFill>
                <a:schemeClr val="tx1"/>
              </a:solidFill>
            </a:ln>
          </a:insideH>
          <a:insideV>
            <a:ln>
              <a:noFill/>
            </a:ln>
          </a:insideV>
        </a:tcBdr>
      </a:tcStyle>
    </a:wholeTbl>
    <a:band1H>
      <a:tcStyle>
        <a:tcBdr/>
      </a:tcStyle>
    </a:band1H>
    <a:band2H>
      <a:tcStyle>
        <a:tcBdr>
          <a:left>
            <a:ln>
              <a:noFill/>
            </a:ln>
          </a:left>
          <a:right>
            <a:ln>
              <a:noFill/>
            </a:ln>
          </a:right>
          <a:top>
            <a:ln>
              <a:noFill/>
            </a:ln>
          </a:top>
          <a:bottom>
            <a:ln>
              <a:noFill/>
            </a:ln>
          </a:bottom>
          <a:insideH>
            <a:ln>
              <a:noFill/>
            </a:ln>
          </a:insideH>
          <a:insideV>
            <a:ln>
              <a:noFill/>
            </a:ln>
          </a:insideV>
        </a:tcBdr>
        <a:fill>
          <a:solidFill>
            <a:srgbClr val="FFFFFF">
              <a:alpha val="14902"/>
            </a:srgbClr>
          </a:solidFill>
        </a:fill>
      </a:tcStyle>
    </a:band2H>
    <a:band1V>
      <a:tcStyle>
        <a:tcBdr/>
        <a:fill>
          <a:solidFill>
            <a:srgbClr val="FFFFFF">
              <a:alpha val="14902"/>
            </a:srgbClr>
          </a:solidFill>
        </a:fill>
      </a:tcStyle>
    </a:band1V>
    <a:band2V>
      <a:tcStyle>
        <a:tcBdr/>
      </a:tcStyle>
    </a:band2V>
    <a:lastCol>
      <a:tcTxStyle b="on">
        <a:fontRef idx="minor">
          <a:prstClr val="black"/>
        </a:fontRef>
      </a:tcTxStyle>
      <a:tcStyle>
        <a:tcBdr/>
      </a:tcStyle>
    </a:lastCol>
    <a:firstCol>
      <a:tcTxStyle b="on">
        <a:fontRef idx="minor">
          <a:prstClr val="black"/>
        </a:fontRef>
      </a:tcTxStyle>
      <a:tcStyle>
        <a:tcBdr/>
      </a:tcStyle>
    </a:firstCol>
    <a:lastRow>
      <a:tcTxStyle b="on">
        <a:fontRef idx="minor">
          <a:prstClr val="black"/>
        </a:fontRef>
      </a:tcTxStyle>
      <a:tcStyle>
        <a:tcBdr>
          <a:top>
            <a:ln w="9525" cmpd="sng">
              <a:solidFill>
                <a:schemeClr val="tx1"/>
              </a:solidFill>
            </a:ln>
          </a:top>
        </a:tcBdr>
      </a:tcStyle>
    </a:lastRow>
    <a:firstRow>
      <a:tcTxStyle b="on">
        <a:fontRef idx="minor">
          <a:prstClr val="black"/>
        </a:fontRef>
        <a:schemeClr val="bg1"/>
      </a:tcTxStyle>
      <a:tcStyle>
        <a:tcBdr/>
        <a:fill>
          <a:solidFill>
            <a:schemeClr val="tx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323" autoAdjust="0"/>
    <p:restoredTop sz="94660"/>
  </p:normalViewPr>
  <p:slideViewPr>
    <p:cSldViewPr snapToGrid="0" showGuides="1">
      <p:cViewPr varScale="1">
        <p:scale>
          <a:sx n="151" d="100"/>
          <a:sy n="151" d="100"/>
        </p:scale>
        <p:origin x="78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openxmlformats.org/officeDocument/2006/relationships/font" Target="fonts/font5.fntdata"/><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font" Target="fonts/font4.fntdata"/><Relationship Id="rId2" Type="http://schemas.openxmlformats.org/officeDocument/2006/relationships/customXml" Target="../customXml/item2.xml"/><Relationship Id="rId16" Type="http://schemas.openxmlformats.org/officeDocument/2006/relationships/font" Target="fonts/font3.fntdata"/><Relationship Id="rId2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font" Target="fonts/font2.fntdata"/><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font" Target="fonts/font6.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1.fntdata"/><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E12572B-F973-4732-A453-119EA490170A}" type="datetimeFigureOut">
              <a:rPr lang="en-GB" smtClean="0"/>
              <a:t>25/05/2026</a:t>
            </a:fld>
            <a:endParaRPr lang="en-GB" dirty="0"/>
          </a:p>
        </p:txBody>
      </p:sp>
      <p:sp>
        <p:nvSpPr>
          <p:cNvPr id="4" name="Footer Placeholde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BB83C12-F094-4EDD-ABDC-7BADBDED5742}" type="slidenum">
              <a:rPr lang="en-GB" smtClean="0"/>
              <a:t>‹#›</a:t>
            </a:fld>
            <a:endParaRPr lang="en-GB"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8927E5-BED3-44D0-9ADF-FA873E1D6DAF}" type="datetimeFigureOut">
              <a:rPr lang="en-GB" smtClean="0"/>
              <a:t>25/05/2026</a:t>
            </a:fld>
            <a:endParaRPr lang="en-GB" dirty="0"/>
          </a:p>
        </p:txBody>
      </p:sp>
      <p:sp>
        <p:nvSpPr>
          <p:cNvPr id="4" name="Slide Image Placeholde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6" name="Footer Placeholde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24DA73-AE27-4433-BD53-3E1DB61918F0}" type="slidenum">
              <a:rPr lang="en-GB" smtClean="0"/>
              <a:t>‹#›</a:t>
            </a:fld>
            <a:endParaRPr lang="en-GB"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35FF9-4543-4BD8-3764-A7E1CDDC25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D49FB3-CF0D-46A3-07E2-FAE9D8E0AF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E88013-7794-4DA2-F80D-5AAAAC0D7755}"/>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DE2D598-775F-2660-0804-1BC3E1C6E66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24DA73-AE27-4433-BD53-3E1DB61918F0}" type="slidenum">
              <a:rPr kumimoji="0" lang="en-GB" sz="1200" b="0" i="0" u="none" strike="noStrike" kern="1200" cap="none" spc="0" normalizeH="0" baseline="0" noProof="0" smtClean="0">
                <a:ln>
                  <a:noFill/>
                </a:ln>
                <a:solidFill>
                  <a:srgbClr val="000000"/>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srgbClr val="000000"/>
              </a:solidFill>
              <a:effectLst/>
              <a:uLnTx/>
              <a:uFillTx/>
              <a:latin typeface="Calibri"/>
              <a:ea typeface="+mn-ea"/>
              <a:cs typeface="+mn-cs"/>
            </a:endParaRPr>
          </a:p>
        </p:txBody>
      </p:sp>
    </p:spTree>
    <p:extLst>
      <p:ext uri="{BB962C8B-B14F-4D97-AF65-F5344CB8AC3E}">
        <p14:creationId xmlns:p14="http://schemas.microsoft.com/office/powerpoint/2010/main" val="15980132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GB" sz="1200" b="0" i="0" u="none" strike="noStrike" kern="1200" cap="none" spc="0" normalizeH="0" baseline="0" noProof="0" smtClean="0">
                <a:ln>
                  <a:noFill/>
                </a:ln>
                <a:solidFill>
                  <a:srgbClr val="000000"/>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srgbClr val="000000"/>
              </a:solidFill>
              <a:effectLst/>
              <a:uLnTx/>
              <a:uFillTx/>
              <a:latin typeface="Calibri"/>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24DA73-AE27-4433-BD53-3E1DB61918F0}" type="slidenum">
              <a:rPr kumimoji="0" lang="en-GB" sz="1200" b="0" i="0" u="none" strike="noStrike" kern="1200" cap="none" spc="0" normalizeH="0" baseline="0" noProof="0" smtClean="0">
                <a:ln>
                  <a:noFill/>
                </a:ln>
                <a:solidFill>
                  <a:srgbClr val="000000"/>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srgbClr val="000000"/>
              </a:solidFill>
              <a:effectLst/>
              <a:uLnTx/>
              <a:uFillTx/>
              <a:latin typeface="Calibri"/>
              <a:ea typeface="+mn-ea"/>
              <a:cs typeface="+mn-cs"/>
            </a:endParaRPr>
          </a:p>
        </p:txBody>
      </p:sp>
    </p:spTree>
    <p:extLst>
      <p:ext uri="{BB962C8B-B14F-4D97-AF65-F5344CB8AC3E}">
        <p14:creationId xmlns:p14="http://schemas.microsoft.com/office/powerpoint/2010/main" val="19878154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24DA73-AE27-4433-BD53-3E1DB61918F0}" type="slidenum">
              <a:rPr kumimoji="0" lang="en-GB" sz="1200" b="0" i="0" u="none" strike="noStrike" kern="1200" cap="none" spc="0" normalizeH="0" baseline="0" noProof="0" smtClean="0">
                <a:ln>
                  <a:noFill/>
                </a:ln>
                <a:solidFill>
                  <a:srgbClr val="000000"/>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srgbClr val="000000"/>
              </a:solidFill>
              <a:effectLst/>
              <a:uLnTx/>
              <a:uFillTx/>
              <a:latin typeface="Calibri"/>
              <a:ea typeface="+mn-ea"/>
              <a:cs typeface="+mn-cs"/>
            </a:endParaRPr>
          </a:p>
        </p:txBody>
      </p:sp>
    </p:spTree>
    <p:extLst>
      <p:ext uri="{BB962C8B-B14F-4D97-AF65-F5344CB8AC3E}">
        <p14:creationId xmlns:p14="http://schemas.microsoft.com/office/powerpoint/2010/main" val="17629958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24DA73-AE27-4433-BD53-3E1DB61918F0}" type="slidenum">
              <a:rPr kumimoji="0" lang="en-GB" sz="1200" b="0" i="0" u="none" strike="noStrike" kern="1200" cap="none" spc="0" normalizeH="0" baseline="0" noProof="0" smtClean="0">
                <a:ln>
                  <a:noFill/>
                </a:ln>
                <a:solidFill>
                  <a:srgbClr val="000000"/>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srgbClr val="000000"/>
              </a:solidFill>
              <a:effectLst/>
              <a:uLnTx/>
              <a:uFillTx/>
              <a:latin typeface="Calibri"/>
              <a:ea typeface="+mn-ea"/>
              <a:cs typeface="+mn-cs"/>
            </a:endParaRPr>
          </a:p>
        </p:txBody>
      </p:sp>
    </p:spTree>
    <p:extLst>
      <p:ext uri="{BB962C8B-B14F-4D97-AF65-F5344CB8AC3E}">
        <p14:creationId xmlns:p14="http://schemas.microsoft.com/office/powerpoint/2010/main" val="40192693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24DA73-AE27-4433-BD53-3E1DB61918F0}" type="slidenum">
              <a:rPr kumimoji="0" lang="en-GB" sz="1200" b="0" i="0" u="none" strike="noStrike" kern="1200" cap="none" spc="0" normalizeH="0" baseline="0" noProof="0" smtClean="0">
                <a:ln>
                  <a:noFill/>
                </a:ln>
                <a:solidFill>
                  <a:srgbClr val="000000"/>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srgbClr val="000000"/>
              </a:solidFill>
              <a:effectLst/>
              <a:uLnTx/>
              <a:uFillTx/>
              <a:latin typeface="Calibri"/>
              <a:ea typeface="+mn-ea"/>
              <a:cs typeface="+mn-cs"/>
            </a:endParaRPr>
          </a:p>
        </p:txBody>
      </p:sp>
    </p:spTree>
    <p:extLst>
      <p:ext uri="{BB962C8B-B14F-4D97-AF65-F5344CB8AC3E}">
        <p14:creationId xmlns:p14="http://schemas.microsoft.com/office/powerpoint/2010/main" val="19543537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Title"/>
          <p:cNvSpPr>
            <a:spLocks noGrp="1"/>
          </p:cNvSpPr>
          <p:nvPr>
            <p:ph type="body" sz="quarter" idx="10" hasCustomPrompt="1"/>
          </p:nvPr>
        </p:nvSpPr>
        <p:spPr>
          <a:xfrm>
            <a:off x="457200" y="1992768"/>
            <a:ext cx="9321800" cy="2837315"/>
          </a:xfrm>
        </p:spPr>
        <p:txBody>
          <a:bodyPr lIns="0" tIns="0" rIns="0" bIns="0" anchor="b">
            <a:spAutoFit/>
          </a:bodyPr>
          <a:lstStyle>
            <a:lvl1pPr marL="0" indent="0" fontAlgn="base">
              <a:lnSpc>
                <a:spcPct val="85000"/>
              </a:lnSpc>
              <a:spcBef>
                <a:spcPts val="0"/>
              </a:spcBef>
              <a:spcAft>
                <a:spcPts val="0"/>
              </a:spcAft>
              <a:buFont typeface="Arial" panose="020B0604020202020204" pitchFamily="34" charset="0"/>
              <a:buChar char="​"/>
              <a:defRPr sz="7200" b="1">
                <a:solidFill>
                  <a:schemeClr val="accent1"/>
                </a:solidFill>
                <a:latin typeface="+mj-lt"/>
                <a:ea typeface="+mj-ea"/>
                <a:cs typeface="+mj-cs"/>
              </a:defRPr>
            </a:lvl1pPr>
            <a:lvl2pPr marL="0" indent="0" fontAlgn="base">
              <a:lnSpc>
                <a:spcPct val="100000"/>
              </a:lnSpc>
              <a:spcBef>
                <a:spcPts val="0"/>
              </a:spcBef>
              <a:spcAft>
                <a:spcPts val="0"/>
              </a:spcAft>
              <a:buFont typeface="Arial" panose="020B0604020202020204" pitchFamily="34" charset="0"/>
              <a:buChar char="​"/>
              <a:defRPr sz="2000">
                <a:solidFill>
                  <a:schemeClr val="tx1"/>
                </a:solidFill>
              </a:defRPr>
            </a:lvl2pPr>
            <a:lvl3pPr marL="0" indent="0">
              <a:lnSpc>
                <a:spcPct val="100000"/>
              </a:lnSpc>
              <a:spcBef>
                <a:spcPts val="0"/>
              </a:spcBef>
              <a:spcAft>
                <a:spcPts val="0"/>
              </a:spcAft>
              <a:buFont typeface="Arial" panose="020B0604020202020204" pitchFamily="34" charset="0"/>
              <a:buChar char="​"/>
              <a:defRPr sz="2000">
                <a:solidFill>
                  <a:schemeClr val="tx1"/>
                </a:solidFill>
              </a:defRPr>
            </a:lvl3pPr>
            <a:lvl4pPr marL="0" indent="0">
              <a:lnSpc>
                <a:spcPct val="100000"/>
              </a:lnSpc>
              <a:spcBef>
                <a:spcPts val="0"/>
              </a:spcBef>
              <a:spcAft>
                <a:spcPts val="0"/>
              </a:spcAft>
              <a:buFont typeface="Arial" panose="020B0604020202020204" pitchFamily="34" charset="0"/>
              <a:buChar char="​"/>
              <a:defRPr sz="2000">
                <a:solidFill>
                  <a:schemeClr val="tx1"/>
                </a:solidFill>
              </a:defRPr>
            </a:lvl4pPr>
            <a:lvl5pPr marL="0" indent="0">
              <a:lnSpc>
                <a:spcPct val="100000"/>
              </a:lnSpc>
              <a:spcBef>
                <a:spcPts val="0"/>
              </a:spcBef>
              <a:spcAft>
                <a:spcPts val="0"/>
              </a:spcAft>
              <a:buFont typeface="Arial" panose="020B0604020202020204" pitchFamily="34" charset="0"/>
              <a:buChar char="​"/>
              <a:defRPr sz="2000">
                <a:solidFill>
                  <a:schemeClr val="tx1"/>
                </a:solidFill>
              </a:defRPr>
            </a:lvl5pPr>
            <a:lvl6pPr marL="0" indent="0">
              <a:lnSpc>
                <a:spcPct val="100000"/>
              </a:lnSpc>
              <a:spcBef>
                <a:spcPts val="0"/>
              </a:spcBef>
              <a:spcAft>
                <a:spcPts val="0"/>
              </a:spcAft>
              <a:buFont typeface="Arial" panose="020B0604020202020204" pitchFamily="34" charset="0"/>
              <a:buChar char="​"/>
              <a:defRPr sz="2000">
                <a:solidFill>
                  <a:schemeClr val="tx1"/>
                </a:solidFill>
              </a:defRPr>
            </a:lvl6pPr>
            <a:lvl7pPr marL="0" indent="0">
              <a:lnSpc>
                <a:spcPct val="100000"/>
              </a:lnSpc>
              <a:spcBef>
                <a:spcPts val="0"/>
              </a:spcBef>
              <a:spcAft>
                <a:spcPts val="0"/>
              </a:spcAft>
              <a:buFont typeface="Arial" panose="020B0604020202020204" pitchFamily="34" charset="0"/>
              <a:buChar char="​"/>
              <a:defRPr sz="2000">
                <a:solidFill>
                  <a:schemeClr val="tx1"/>
                </a:solidFill>
              </a:defRPr>
            </a:lvl7pPr>
            <a:lvl8pPr marL="0" indent="0">
              <a:lnSpc>
                <a:spcPct val="100000"/>
              </a:lnSpc>
              <a:spcBef>
                <a:spcPts val="0"/>
              </a:spcBef>
              <a:spcAft>
                <a:spcPts val="0"/>
              </a:spcAft>
              <a:buFont typeface="Arial" panose="020B0604020202020204" pitchFamily="34" charset="0"/>
              <a:buChar char="​"/>
              <a:defRPr sz="2000">
                <a:solidFill>
                  <a:schemeClr val="tx1"/>
                </a:solidFill>
              </a:defRPr>
            </a:lvl8pPr>
            <a:lvl9pPr marL="0" indent="0">
              <a:lnSpc>
                <a:spcPct val="100000"/>
              </a:lnSpc>
              <a:spcBef>
                <a:spcPts val="0"/>
              </a:spcBef>
              <a:spcAft>
                <a:spcPts val="0"/>
              </a:spcAft>
              <a:buFont typeface="Arial" panose="020B0604020202020204" pitchFamily="34" charset="0"/>
              <a:buChar char="​"/>
              <a:defRPr sz="2000">
                <a:solidFill>
                  <a:schemeClr val="tx1"/>
                </a:solidFill>
              </a:defRPr>
            </a:lvl9pPr>
          </a:lstStyle>
          <a:p>
            <a:pPr lvl="0"/>
            <a:r>
              <a:rPr lang="en-GB"/>
              <a:t>Type your Title in no more than three lines</a:t>
            </a:r>
          </a:p>
        </p:txBody>
      </p:sp>
      <p:sp>
        <p:nvSpPr>
          <p:cNvPr id="3" name="Subtitle"/>
          <p:cNvSpPr>
            <a:spLocks noGrp="1"/>
          </p:cNvSpPr>
          <p:nvPr>
            <p:ph type="body" sz="quarter" idx="11" hasCustomPrompt="1"/>
          </p:nvPr>
        </p:nvSpPr>
        <p:spPr>
          <a:xfrm>
            <a:off x="457200" y="4830084"/>
            <a:ext cx="9321800" cy="307777"/>
          </a:xfrm>
        </p:spPr>
        <p:txBody>
          <a:bodyPr lIns="0" tIns="0" rIns="0" bIns="0">
            <a:spAutoFit/>
          </a:bodyPr>
          <a:lstStyle>
            <a:lvl1pPr marL="0" indent="0">
              <a:spcBef>
                <a:spcPts val="0"/>
              </a:spcBef>
              <a:spcAft>
                <a:spcPts val="0"/>
              </a:spcAft>
              <a:buFont typeface="Arial" panose="020B0604020202020204" pitchFamily="34" charset="0"/>
              <a:buChar char="​"/>
              <a:defRPr sz="2000">
                <a:solidFill>
                  <a:schemeClr val="tx1"/>
                </a:solidFill>
              </a:defRPr>
            </a:lvl1pPr>
            <a:lvl2pPr marL="0" indent="0">
              <a:spcBef>
                <a:spcPts val="0"/>
              </a:spcBef>
              <a:spcAft>
                <a:spcPts val="0"/>
              </a:spcAft>
              <a:buFont typeface="Arial" panose="020B0604020202020204" pitchFamily="34" charset="0"/>
              <a:buChar char="​"/>
              <a:defRPr sz="2000">
                <a:solidFill>
                  <a:schemeClr val="tx1"/>
                </a:solidFill>
              </a:defRPr>
            </a:lvl2pPr>
            <a:lvl3pPr marL="0" indent="0">
              <a:spcBef>
                <a:spcPts val="0"/>
              </a:spcBef>
              <a:spcAft>
                <a:spcPts val="0"/>
              </a:spcAft>
              <a:buFont typeface="Arial" panose="020B0604020202020204" pitchFamily="34" charset="0"/>
              <a:buChar char="​"/>
              <a:defRPr sz="2000">
                <a:solidFill>
                  <a:schemeClr val="tx1"/>
                </a:solidFill>
              </a:defRPr>
            </a:lvl3pPr>
            <a:lvl4pPr marL="0" indent="0">
              <a:spcBef>
                <a:spcPts val="0"/>
              </a:spcBef>
              <a:spcAft>
                <a:spcPts val="0"/>
              </a:spcAft>
              <a:buFont typeface="Arial" panose="020B0604020202020204" pitchFamily="34" charset="0"/>
              <a:buChar char="​"/>
              <a:defRPr sz="2000">
                <a:solidFill>
                  <a:schemeClr val="tx1"/>
                </a:solidFill>
              </a:defRPr>
            </a:lvl4pPr>
            <a:lvl5pPr marL="0" indent="0">
              <a:spcBef>
                <a:spcPts val="0"/>
              </a:spcBef>
              <a:spcAft>
                <a:spcPts val="0"/>
              </a:spcAft>
              <a:buFont typeface="Arial" panose="020B0604020202020204" pitchFamily="34" charset="0"/>
              <a:buChar char="​"/>
              <a:defRPr sz="2000">
                <a:solidFill>
                  <a:schemeClr val="tx1"/>
                </a:solidFill>
              </a:defRPr>
            </a:lvl5pPr>
            <a:lvl6pPr marL="0" indent="0">
              <a:spcBef>
                <a:spcPts val="0"/>
              </a:spcBef>
              <a:spcAft>
                <a:spcPts val="0"/>
              </a:spcAft>
              <a:buFont typeface="Arial" panose="020B0604020202020204" pitchFamily="34" charset="0"/>
              <a:buChar char="​"/>
              <a:defRPr sz="2000">
                <a:solidFill>
                  <a:schemeClr val="tx1"/>
                </a:solidFill>
              </a:defRPr>
            </a:lvl6pPr>
            <a:lvl7pPr marL="0" indent="0">
              <a:spcBef>
                <a:spcPts val="0"/>
              </a:spcBef>
              <a:spcAft>
                <a:spcPts val="0"/>
              </a:spcAft>
              <a:buFont typeface="Arial" panose="020B0604020202020204" pitchFamily="34" charset="0"/>
              <a:buChar char="​"/>
              <a:defRPr sz="2000">
                <a:solidFill>
                  <a:schemeClr val="tx1"/>
                </a:solidFill>
              </a:defRPr>
            </a:lvl7pPr>
            <a:lvl8pPr marL="0" indent="0">
              <a:spcBef>
                <a:spcPts val="0"/>
              </a:spcBef>
              <a:spcAft>
                <a:spcPts val="0"/>
              </a:spcAft>
              <a:buFont typeface="Arial" panose="020B0604020202020204" pitchFamily="34" charset="0"/>
              <a:buChar char="​"/>
              <a:defRPr sz="2000">
                <a:solidFill>
                  <a:schemeClr val="tx1"/>
                </a:solidFill>
              </a:defRPr>
            </a:lvl8pPr>
            <a:lvl9pPr marL="0" indent="0">
              <a:spcBef>
                <a:spcPts val="0"/>
              </a:spcBef>
              <a:spcAft>
                <a:spcPts val="0"/>
              </a:spcAft>
              <a:buFont typeface="Arial" panose="020B0604020202020204" pitchFamily="34" charset="0"/>
              <a:buChar char="​"/>
              <a:defRPr sz="2000">
                <a:solidFill>
                  <a:schemeClr val="tx1"/>
                </a:solidFill>
              </a:defRPr>
            </a:lvl9pPr>
          </a:lstStyle>
          <a:p>
            <a:pPr lvl="0"/>
            <a:r>
              <a:rPr lang="en-GB"/>
              <a:t>Type your subtitle here</a:t>
            </a:r>
          </a:p>
        </p:txBody>
      </p:sp>
      <p:sp>
        <p:nvSpPr>
          <p:cNvPr id="4" name="Presenter"/>
          <p:cNvSpPr>
            <a:spLocks noGrp="1"/>
          </p:cNvSpPr>
          <p:nvPr>
            <p:ph type="body" sz="quarter" idx="13" hasCustomPrompt="1"/>
          </p:nvPr>
        </p:nvSpPr>
        <p:spPr>
          <a:xfrm>
            <a:off x="457200" y="5754469"/>
            <a:ext cx="9321800" cy="646331"/>
          </a:xfrm>
        </p:spPr>
        <p:txBody>
          <a:bodyPr lIns="0" tIns="0" rIns="0" bIns="0" anchor="b">
            <a:spAutoFit/>
          </a:bodyPr>
          <a:lstStyle>
            <a:lvl1pPr marL="0" indent="0" fontAlgn="base">
              <a:spcBef>
                <a:spcPts val="0"/>
              </a:spcBef>
              <a:spcAft>
                <a:spcPts val="0"/>
              </a:spcAft>
              <a:buFont typeface="Arial" panose="020B0604020202020204" pitchFamily="34" charset="0"/>
              <a:buChar char="​"/>
              <a:defRPr sz="1400">
                <a:solidFill>
                  <a:schemeClr val="tx1"/>
                </a:solidFill>
              </a:defRPr>
            </a:lvl1pPr>
            <a:lvl2pPr marL="0" indent="0" fontAlgn="base">
              <a:spcBef>
                <a:spcPts val="0"/>
              </a:spcBef>
              <a:spcAft>
                <a:spcPts val="0"/>
              </a:spcAft>
              <a:buFont typeface="Arial" panose="020B0604020202020204" pitchFamily="34" charset="0"/>
              <a:buChar char="​"/>
              <a:defRPr sz="1400">
                <a:solidFill>
                  <a:schemeClr val="tx1"/>
                </a:solidFill>
              </a:defRPr>
            </a:lvl2pPr>
            <a:lvl3pPr marL="0" indent="0">
              <a:spcBef>
                <a:spcPts val="0"/>
              </a:spcBef>
              <a:spcAft>
                <a:spcPts val="0"/>
              </a:spcAft>
              <a:buFont typeface="Arial" panose="020B0604020202020204" pitchFamily="34" charset="0"/>
              <a:buChar char="​"/>
              <a:defRPr sz="1400">
                <a:solidFill>
                  <a:schemeClr val="tx1"/>
                </a:solidFill>
              </a:defRPr>
            </a:lvl3pPr>
            <a:lvl4pPr marL="0" indent="0">
              <a:spcBef>
                <a:spcPts val="0"/>
              </a:spcBef>
              <a:spcAft>
                <a:spcPts val="0"/>
              </a:spcAft>
              <a:buFont typeface="Arial" panose="020B0604020202020204" pitchFamily="34" charset="0"/>
              <a:buChar char="​"/>
              <a:defRPr sz="1400">
                <a:solidFill>
                  <a:schemeClr val="tx1"/>
                </a:solidFill>
              </a:defRPr>
            </a:lvl4pPr>
            <a:lvl5pPr marL="0" indent="0">
              <a:spcBef>
                <a:spcPts val="0"/>
              </a:spcBef>
              <a:spcAft>
                <a:spcPts val="0"/>
              </a:spcAft>
              <a:buFont typeface="Arial" panose="020B0604020202020204" pitchFamily="34" charset="0"/>
              <a:buChar char="​"/>
              <a:defRPr sz="1400">
                <a:solidFill>
                  <a:schemeClr val="tx1"/>
                </a:solidFill>
              </a:defRPr>
            </a:lvl5pPr>
            <a:lvl6pPr marL="0" indent="0">
              <a:spcBef>
                <a:spcPts val="0"/>
              </a:spcBef>
              <a:spcAft>
                <a:spcPts val="0"/>
              </a:spcAft>
              <a:buFont typeface="Arial" panose="020B0604020202020204" pitchFamily="34" charset="0"/>
              <a:buChar char="​"/>
              <a:defRPr sz="1400">
                <a:solidFill>
                  <a:schemeClr val="tx1"/>
                </a:solidFill>
              </a:defRPr>
            </a:lvl6pPr>
            <a:lvl7pPr marL="0" indent="0">
              <a:spcBef>
                <a:spcPts val="0"/>
              </a:spcBef>
              <a:spcAft>
                <a:spcPts val="0"/>
              </a:spcAft>
              <a:buFont typeface="Arial" panose="020B0604020202020204" pitchFamily="34" charset="0"/>
              <a:buChar char="​"/>
              <a:defRPr sz="1400">
                <a:solidFill>
                  <a:schemeClr val="tx1"/>
                </a:solidFill>
              </a:defRPr>
            </a:lvl7pPr>
            <a:lvl8pPr marL="0" indent="0">
              <a:spcBef>
                <a:spcPts val="0"/>
              </a:spcBef>
              <a:spcAft>
                <a:spcPts val="0"/>
              </a:spcAft>
              <a:buFont typeface="Arial" panose="020B0604020202020204" pitchFamily="34" charset="0"/>
              <a:buChar char="​"/>
              <a:defRPr sz="1400">
                <a:solidFill>
                  <a:schemeClr val="tx1"/>
                </a:solidFill>
              </a:defRPr>
            </a:lvl8pPr>
            <a:lvl9pPr marL="0" indent="0">
              <a:spcBef>
                <a:spcPts val="0"/>
              </a:spcBef>
              <a:spcAft>
                <a:spcPts val="0"/>
              </a:spcAft>
              <a:buFont typeface="Arial" panose="020B0604020202020204" pitchFamily="34" charset="0"/>
              <a:buChar char="​"/>
              <a:defRPr sz="1400">
                <a:solidFill>
                  <a:schemeClr val="tx1"/>
                </a:solidFill>
              </a:defRPr>
            </a:lvl9pPr>
          </a:lstStyle>
          <a:p>
            <a:pPr lvl="0"/>
            <a:r>
              <a:rPr lang="en-GB"/>
              <a:t>Date</a:t>
            </a:r>
            <a:br>
              <a:rPr lang="en-GB"/>
            </a:br>
            <a:br>
              <a:rPr lang="en-GB"/>
            </a:br>
            <a:r>
              <a:rPr lang="en-GB"/>
              <a:t>Presenter, Location (optional) | Presenter 2, Location 2 (optional) | etc.</a:t>
            </a:r>
          </a:p>
        </p:txBody>
      </p:sp>
      <p:pic>
        <p:nvPicPr>
          <p:cNvPr id="7" name="DTP_CompanyLogo_112">
            <a:extLst>
              <a:ext uri="{FF2B5EF4-FFF2-40B4-BE49-F238E27FC236}">
                <a16:creationId xmlns:a16="http://schemas.microsoft.com/office/drawing/2014/main" id="{E24FE6BF-F31C-539C-4B16-46E55754700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57199" y="393188"/>
            <a:ext cx="2453640" cy="469392"/>
          </a:xfrm>
          <a:prstGeom prst="rect">
            <a:avLst/>
          </a:prstGeom>
        </p:spPr>
      </p:pic>
    </p:spTree>
    <p:extLst>
      <p:ext uri="{BB962C8B-B14F-4D97-AF65-F5344CB8AC3E}">
        <p14:creationId xmlns:p14="http://schemas.microsoft.com/office/powerpoint/2010/main" val="6884500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p>
        </p:txBody>
      </p:sp>
      <p:sp>
        <p:nvSpPr>
          <p:cNvPr id="3" name="Content"/>
          <p:cNvSpPr>
            <a:spLocks noGrp="1"/>
          </p:cNvSpPr>
          <p:nvPr>
            <p:ph idx="1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2762735507"/>
      </p:ext>
    </p:extLst>
  </p:cSld>
  <p:clrMapOvr>
    <a:masterClrMapping/>
  </p:clrMapOvr>
  <p:extLst>
    <p:ext uri="{DCECCB84-F9BA-43D5-87BE-67443E8EF086}">
      <p15:sldGuideLst xmlns:p15="http://schemas.microsoft.com/office/powerpoint/2012/main">
        <p15:guide id="1" orient="horz" pos="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2908171125"/>
      </p:ext>
    </p:extLst>
  </p:cSld>
  <p:clrMapOvr>
    <a:masterClrMapping/>
  </p:clrMapOvr>
  <p:extLst>
    <p:ext uri="{DCECCB84-F9BA-43D5-87BE-67443E8EF086}">
      <p15:sldGuideLst xmlns:p15="http://schemas.microsoft.com/office/powerpoint/2012/main">
        <p15:guide id="1" orient="horz" pos="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Heading">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p>
        </p:txBody>
      </p:sp>
      <p:sp>
        <p:nvSpPr>
          <p:cNvPr id="3" name="Heading"/>
          <p:cNvSpPr>
            <a:spLocks noGrp="1"/>
          </p:cNvSpPr>
          <p:nvPr>
            <p:ph type="body" idx="10" hasCustomPrompt="1"/>
          </p:nvPr>
        </p:nvSpPr>
        <p:spPr>
          <a:xfrm>
            <a:off x="457200" y="1399032"/>
            <a:ext cx="112776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Tree>
    <p:extLst>
      <p:ext uri="{BB962C8B-B14F-4D97-AF65-F5344CB8AC3E}">
        <p14:creationId xmlns:p14="http://schemas.microsoft.com/office/powerpoint/2010/main" val="3670872071"/>
      </p:ext>
    </p:extLst>
  </p:cSld>
  <p:clrMapOvr>
    <a:masterClrMapping/>
  </p:clrMapOvr>
  <p:extLst>
    <p:ext uri="{DCECCB84-F9BA-43D5-87BE-67443E8EF086}">
      <p15:sldGuideLst xmlns:p15="http://schemas.microsoft.com/office/powerpoint/2012/main">
        <p15:guide id="3" orient="horz" pos="880">
          <p15:clr>
            <a:srgbClr val="FBAE40"/>
          </p15:clr>
        </p15:guide>
        <p15:guide id="5" orient="horz" pos="118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Content with heading">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p>
        </p:txBody>
      </p:sp>
      <p:sp>
        <p:nvSpPr>
          <p:cNvPr id="3" name="Heading"/>
          <p:cNvSpPr>
            <a:spLocks noGrp="1"/>
          </p:cNvSpPr>
          <p:nvPr>
            <p:ph type="body" idx="10" hasCustomPrompt="1"/>
          </p:nvPr>
        </p:nvSpPr>
        <p:spPr>
          <a:xfrm>
            <a:off x="457200" y="1399032"/>
            <a:ext cx="112776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4" name="Content"/>
          <p:cNvSpPr>
            <a:spLocks noGrp="1"/>
          </p:cNvSpPr>
          <p:nvPr>
            <p:ph idx="11"/>
          </p:nvPr>
        </p:nvSpPr>
        <p:spPr>
          <a:xfrm>
            <a:off x="457200" y="1883664"/>
            <a:ext cx="112776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2839565555"/>
      </p:ext>
    </p:extLst>
  </p:cSld>
  <p:clrMapOvr>
    <a:masterClrMapping/>
  </p:clrMapOvr>
  <p:extLst>
    <p:ext uri="{DCECCB84-F9BA-43D5-87BE-67443E8EF086}">
      <p15:sldGuideLst xmlns:p15="http://schemas.microsoft.com/office/powerpoint/2012/main">
        <p15:guide id="3" orient="horz" pos="880">
          <p15:clr>
            <a:srgbClr val="FBAE40"/>
          </p15:clr>
        </p15:guide>
        <p15:guide id="6" orient="horz" pos="118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ig portrait photo on right">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963C4256-FB04-439A-992B-410C42319741}"/>
              </a:ext>
            </a:extLst>
          </p:cNvPr>
          <p:cNvSpPr>
            <a:spLocks noGrp="1"/>
          </p:cNvSpPr>
          <p:nvPr>
            <p:ph type="title"/>
          </p:nvPr>
        </p:nvSpPr>
        <p:spPr>
          <a:xfrm>
            <a:off x="457200" y="384048"/>
            <a:ext cx="7365998" cy="758952"/>
          </a:xfrm>
        </p:spPr>
        <p:txBody>
          <a:bodyPr/>
          <a:lstStyle/>
          <a:p>
            <a:r>
              <a:rPr lang="en-GB"/>
              <a:t>Click to edit Master title style</a:t>
            </a:r>
          </a:p>
        </p:txBody>
      </p:sp>
      <p:sp>
        <p:nvSpPr>
          <p:cNvPr id="3" name="Heading"/>
          <p:cNvSpPr>
            <a:spLocks noGrp="1"/>
          </p:cNvSpPr>
          <p:nvPr>
            <p:ph type="body" idx="10" hasCustomPrompt="1"/>
          </p:nvPr>
        </p:nvSpPr>
        <p:spPr>
          <a:xfrm>
            <a:off x="457199" y="1399032"/>
            <a:ext cx="73660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4" name="Content"/>
          <p:cNvSpPr>
            <a:spLocks noGrp="1"/>
          </p:cNvSpPr>
          <p:nvPr>
            <p:ph sz="half" idx="11"/>
          </p:nvPr>
        </p:nvSpPr>
        <p:spPr>
          <a:xfrm>
            <a:off x="457198" y="1883664"/>
            <a:ext cx="73660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Picture">
            <a:extLst>
              <a:ext uri="{FF2B5EF4-FFF2-40B4-BE49-F238E27FC236}">
                <a16:creationId xmlns:a16="http://schemas.microsoft.com/office/drawing/2014/main" id="{0D3F1C2C-B46E-4074-AA0F-9EAD49A9905B}"/>
              </a:ext>
            </a:extLst>
          </p:cNvPr>
          <p:cNvSpPr>
            <a:spLocks noGrp="1"/>
          </p:cNvSpPr>
          <p:nvPr>
            <p:ph type="pic" sz="quarter" idx="20"/>
          </p:nvPr>
        </p:nvSpPr>
        <p:spPr>
          <a:xfrm>
            <a:off x="8280400" y="0"/>
            <a:ext cx="3911600" cy="6858000"/>
          </a:xfrm>
        </p:spPr>
        <p:txBody>
          <a:bodyPr tIns="640080" anchor="ctr"/>
          <a:lstStyle>
            <a:lvl1pPr marL="0" indent="0" algn="ctr">
              <a:buNone/>
              <a:defRPr sz="1400">
                <a:solidFill>
                  <a:schemeClr val="accent3"/>
                </a:solidFill>
              </a:defRPr>
            </a:lvl1pPr>
          </a:lstStyle>
          <a:p>
            <a:r>
              <a:rPr lang="en-GB"/>
              <a:t>Click icon to add picture</a:t>
            </a:r>
          </a:p>
        </p:txBody>
      </p:sp>
    </p:spTree>
    <p:extLst>
      <p:ext uri="{BB962C8B-B14F-4D97-AF65-F5344CB8AC3E}">
        <p14:creationId xmlns:p14="http://schemas.microsoft.com/office/powerpoint/2010/main" val="1850939407"/>
      </p:ext>
    </p:extLst>
  </p:cSld>
  <p:clrMapOvr>
    <a:masterClrMapping/>
  </p:clrMapOvr>
  <p:extLst>
    <p:ext uri="{DCECCB84-F9BA-43D5-87BE-67443E8EF086}">
      <p15:sldGuideLst xmlns:p15="http://schemas.microsoft.com/office/powerpoint/2012/main">
        <p15:guide id="1" orient="horz" pos="880">
          <p15:clr>
            <a:srgbClr val="FBAE40"/>
          </p15:clr>
        </p15:guide>
        <p15:guide id="4" orient="horz" pos="1184">
          <p15:clr>
            <a:srgbClr val="FBAE40"/>
          </p15:clr>
        </p15:guide>
        <p15:guide id="6" pos="4928">
          <p15:clr>
            <a:srgbClr val="FBAE40"/>
          </p15:clr>
        </p15:guide>
        <p15:guide id="9" pos="521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Color">
    <p:bg>
      <p:bgPr>
        <a:solidFill>
          <a:schemeClr val="accent1"/>
        </a:solidFill>
        <a:effectLst/>
      </p:bgPr>
    </p:bg>
    <p:spTree>
      <p:nvGrpSpPr>
        <p:cNvPr id="1" name=""/>
        <p:cNvGrpSpPr/>
        <p:nvPr/>
      </p:nvGrpSpPr>
      <p:grpSpPr>
        <a:xfrm>
          <a:off x="0" y="0"/>
          <a:ext cx="0" cy="0"/>
          <a:chOff x="0" y="0"/>
          <a:chExt cx="0" cy="0"/>
        </a:xfrm>
      </p:grpSpPr>
      <p:sp>
        <p:nvSpPr>
          <p:cNvPr id="2" name="Title"/>
          <p:cNvSpPr>
            <a:spLocks noGrp="1"/>
          </p:cNvSpPr>
          <p:nvPr>
            <p:ph type="body" sz="quarter" idx="10" hasCustomPrompt="1"/>
          </p:nvPr>
        </p:nvSpPr>
        <p:spPr>
          <a:xfrm>
            <a:off x="457200" y="1992768"/>
            <a:ext cx="9321800" cy="2837315"/>
          </a:xfrm>
        </p:spPr>
        <p:txBody>
          <a:bodyPr lIns="0" tIns="0" rIns="0" bIns="0" anchor="b">
            <a:spAutoFit/>
          </a:bodyPr>
          <a:lstStyle>
            <a:lvl1pPr marL="0" indent="0" fontAlgn="base">
              <a:lnSpc>
                <a:spcPct val="85000"/>
              </a:lnSpc>
              <a:spcBef>
                <a:spcPts val="0"/>
              </a:spcBef>
              <a:spcAft>
                <a:spcPts val="0"/>
              </a:spcAft>
              <a:buFont typeface="Arial" panose="020B0604020202020204" pitchFamily="34" charset="0"/>
              <a:buChar char="​"/>
              <a:defRPr sz="7200" b="1">
                <a:solidFill>
                  <a:schemeClr val="tx1"/>
                </a:solidFill>
                <a:latin typeface="+mj-lt"/>
                <a:ea typeface="+mj-ea"/>
                <a:cs typeface="+mj-cs"/>
              </a:defRPr>
            </a:lvl1pPr>
            <a:lvl2pPr marL="0" indent="0" fontAlgn="base">
              <a:lnSpc>
                <a:spcPct val="100000"/>
              </a:lnSpc>
              <a:spcBef>
                <a:spcPts val="0"/>
              </a:spcBef>
              <a:spcAft>
                <a:spcPts val="0"/>
              </a:spcAft>
              <a:buFont typeface="Arial" panose="020B0604020202020204" pitchFamily="34" charset="0"/>
              <a:buChar char="​"/>
              <a:defRPr sz="2000">
                <a:solidFill>
                  <a:schemeClr val="tx1"/>
                </a:solidFill>
              </a:defRPr>
            </a:lvl2pPr>
            <a:lvl3pPr marL="0" indent="0">
              <a:lnSpc>
                <a:spcPct val="100000"/>
              </a:lnSpc>
              <a:spcBef>
                <a:spcPts val="0"/>
              </a:spcBef>
              <a:spcAft>
                <a:spcPts val="0"/>
              </a:spcAft>
              <a:buFont typeface="Arial" panose="020B0604020202020204" pitchFamily="34" charset="0"/>
              <a:buChar char="​"/>
              <a:defRPr sz="2000">
                <a:solidFill>
                  <a:schemeClr val="tx1"/>
                </a:solidFill>
              </a:defRPr>
            </a:lvl3pPr>
            <a:lvl4pPr marL="0" indent="0">
              <a:lnSpc>
                <a:spcPct val="100000"/>
              </a:lnSpc>
              <a:spcBef>
                <a:spcPts val="0"/>
              </a:spcBef>
              <a:spcAft>
                <a:spcPts val="0"/>
              </a:spcAft>
              <a:buFont typeface="Arial" panose="020B0604020202020204" pitchFamily="34" charset="0"/>
              <a:buChar char="​"/>
              <a:defRPr sz="2000">
                <a:solidFill>
                  <a:schemeClr val="tx1"/>
                </a:solidFill>
              </a:defRPr>
            </a:lvl4pPr>
            <a:lvl5pPr marL="0" indent="0">
              <a:lnSpc>
                <a:spcPct val="100000"/>
              </a:lnSpc>
              <a:spcBef>
                <a:spcPts val="0"/>
              </a:spcBef>
              <a:spcAft>
                <a:spcPts val="0"/>
              </a:spcAft>
              <a:buFont typeface="Arial" panose="020B0604020202020204" pitchFamily="34" charset="0"/>
              <a:buChar char="​"/>
              <a:defRPr sz="2000">
                <a:solidFill>
                  <a:schemeClr val="tx1"/>
                </a:solidFill>
              </a:defRPr>
            </a:lvl5pPr>
            <a:lvl6pPr marL="0" indent="0">
              <a:lnSpc>
                <a:spcPct val="100000"/>
              </a:lnSpc>
              <a:spcBef>
                <a:spcPts val="0"/>
              </a:spcBef>
              <a:spcAft>
                <a:spcPts val="0"/>
              </a:spcAft>
              <a:buFont typeface="Arial" panose="020B0604020202020204" pitchFamily="34" charset="0"/>
              <a:buChar char="​"/>
              <a:defRPr sz="2000">
                <a:solidFill>
                  <a:schemeClr val="tx1"/>
                </a:solidFill>
              </a:defRPr>
            </a:lvl6pPr>
            <a:lvl7pPr marL="0" indent="0">
              <a:lnSpc>
                <a:spcPct val="100000"/>
              </a:lnSpc>
              <a:spcBef>
                <a:spcPts val="0"/>
              </a:spcBef>
              <a:spcAft>
                <a:spcPts val="0"/>
              </a:spcAft>
              <a:buFont typeface="Arial" panose="020B0604020202020204" pitchFamily="34" charset="0"/>
              <a:buChar char="​"/>
              <a:defRPr sz="2000">
                <a:solidFill>
                  <a:schemeClr val="tx1"/>
                </a:solidFill>
              </a:defRPr>
            </a:lvl7pPr>
            <a:lvl8pPr marL="0" indent="0">
              <a:lnSpc>
                <a:spcPct val="100000"/>
              </a:lnSpc>
              <a:spcBef>
                <a:spcPts val="0"/>
              </a:spcBef>
              <a:spcAft>
                <a:spcPts val="0"/>
              </a:spcAft>
              <a:buFont typeface="Arial" panose="020B0604020202020204" pitchFamily="34" charset="0"/>
              <a:buChar char="​"/>
              <a:defRPr sz="2000">
                <a:solidFill>
                  <a:schemeClr val="tx1"/>
                </a:solidFill>
              </a:defRPr>
            </a:lvl8pPr>
            <a:lvl9pPr marL="0" indent="0">
              <a:lnSpc>
                <a:spcPct val="100000"/>
              </a:lnSpc>
              <a:spcBef>
                <a:spcPts val="0"/>
              </a:spcBef>
              <a:spcAft>
                <a:spcPts val="0"/>
              </a:spcAft>
              <a:buFont typeface="Arial" panose="020B0604020202020204" pitchFamily="34" charset="0"/>
              <a:buChar char="​"/>
              <a:defRPr sz="2000">
                <a:solidFill>
                  <a:schemeClr val="tx1"/>
                </a:solidFill>
              </a:defRPr>
            </a:lvl9pPr>
          </a:lstStyle>
          <a:p>
            <a:pPr lvl="0"/>
            <a:r>
              <a:rPr lang="en-GB"/>
              <a:t>Type your Title in no more than three lines</a:t>
            </a:r>
          </a:p>
        </p:txBody>
      </p:sp>
      <p:sp>
        <p:nvSpPr>
          <p:cNvPr id="3" name="Subtitle"/>
          <p:cNvSpPr>
            <a:spLocks noGrp="1"/>
          </p:cNvSpPr>
          <p:nvPr>
            <p:ph type="body" sz="quarter" idx="11" hasCustomPrompt="1"/>
          </p:nvPr>
        </p:nvSpPr>
        <p:spPr>
          <a:xfrm>
            <a:off x="457200" y="4830084"/>
            <a:ext cx="9321800" cy="307777"/>
          </a:xfrm>
        </p:spPr>
        <p:txBody>
          <a:bodyPr lIns="0" tIns="0" rIns="0" bIns="0">
            <a:spAutoFit/>
          </a:bodyPr>
          <a:lstStyle>
            <a:lvl1pPr marL="0" indent="0">
              <a:spcBef>
                <a:spcPts val="0"/>
              </a:spcBef>
              <a:spcAft>
                <a:spcPts val="0"/>
              </a:spcAft>
              <a:buFont typeface="Arial" panose="020B0604020202020204" pitchFamily="34" charset="0"/>
              <a:buChar char="​"/>
              <a:defRPr sz="2000">
                <a:solidFill>
                  <a:schemeClr val="tx1"/>
                </a:solidFill>
              </a:defRPr>
            </a:lvl1pPr>
            <a:lvl2pPr marL="0" indent="0">
              <a:spcBef>
                <a:spcPts val="0"/>
              </a:spcBef>
              <a:spcAft>
                <a:spcPts val="0"/>
              </a:spcAft>
              <a:buFont typeface="Arial" panose="020B0604020202020204" pitchFamily="34" charset="0"/>
              <a:buChar char="​"/>
              <a:defRPr sz="2000">
                <a:solidFill>
                  <a:schemeClr val="tx1"/>
                </a:solidFill>
              </a:defRPr>
            </a:lvl2pPr>
            <a:lvl3pPr marL="0" indent="0">
              <a:spcBef>
                <a:spcPts val="0"/>
              </a:spcBef>
              <a:spcAft>
                <a:spcPts val="0"/>
              </a:spcAft>
              <a:buFont typeface="Arial" panose="020B0604020202020204" pitchFamily="34" charset="0"/>
              <a:buChar char="​"/>
              <a:defRPr sz="2000">
                <a:solidFill>
                  <a:schemeClr val="tx1"/>
                </a:solidFill>
              </a:defRPr>
            </a:lvl3pPr>
            <a:lvl4pPr marL="0" indent="0">
              <a:spcBef>
                <a:spcPts val="0"/>
              </a:spcBef>
              <a:spcAft>
                <a:spcPts val="0"/>
              </a:spcAft>
              <a:buFont typeface="Arial" panose="020B0604020202020204" pitchFamily="34" charset="0"/>
              <a:buChar char="​"/>
              <a:defRPr sz="2000">
                <a:solidFill>
                  <a:schemeClr val="tx1"/>
                </a:solidFill>
              </a:defRPr>
            </a:lvl4pPr>
            <a:lvl5pPr marL="0" indent="0">
              <a:spcBef>
                <a:spcPts val="0"/>
              </a:spcBef>
              <a:spcAft>
                <a:spcPts val="0"/>
              </a:spcAft>
              <a:buFont typeface="Arial" panose="020B0604020202020204" pitchFamily="34" charset="0"/>
              <a:buChar char="​"/>
              <a:defRPr sz="2000">
                <a:solidFill>
                  <a:schemeClr val="tx1"/>
                </a:solidFill>
              </a:defRPr>
            </a:lvl5pPr>
            <a:lvl6pPr marL="0" indent="0">
              <a:spcBef>
                <a:spcPts val="0"/>
              </a:spcBef>
              <a:spcAft>
                <a:spcPts val="0"/>
              </a:spcAft>
              <a:buFont typeface="Arial" panose="020B0604020202020204" pitchFamily="34" charset="0"/>
              <a:buChar char="​"/>
              <a:defRPr sz="2000">
                <a:solidFill>
                  <a:schemeClr val="tx1"/>
                </a:solidFill>
              </a:defRPr>
            </a:lvl6pPr>
            <a:lvl7pPr marL="0" indent="0">
              <a:spcBef>
                <a:spcPts val="0"/>
              </a:spcBef>
              <a:spcAft>
                <a:spcPts val="0"/>
              </a:spcAft>
              <a:buFont typeface="Arial" panose="020B0604020202020204" pitchFamily="34" charset="0"/>
              <a:buChar char="​"/>
              <a:defRPr sz="2000">
                <a:solidFill>
                  <a:schemeClr val="tx1"/>
                </a:solidFill>
              </a:defRPr>
            </a:lvl7pPr>
            <a:lvl8pPr marL="0" indent="0">
              <a:spcBef>
                <a:spcPts val="0"/>
              </a:spcBef>
              <a:spcAft>
                <a:spcPts val="0"/>
              </a:spcAft>
              <a:buFont typeface="Arial" panose="020B0604020202020204" pitchFamily="34" charset="0"/>
              <a:buChar char="​"/>
              <a:defRPr sz="2000">
                <a:solidFill>
                  <a:schemeClr val="tx1"/>
                </a:solidFill>
              </a:defRPr>
            </a:lvl8pPr>
            <a:lvl9pPr marL="0" indent="0">
              <a:spcBef>
                <a:spcPts val="0"/>
              </a:spcBef>
              <a:spcAft>
                <a:spcPts val="0"/>
              </a:spcAft>
              <a:buFont typeface="Arial" panose="020B0604020202020204" pitchFamily="34" charset="0"/>
              <a:buChar char="​"/>
              <a:defRPr sz="2000">
                <a:solidFill>
                  <a:schemeClr val="tx1"/>
                </a:solidFill>
              </a:defRPr>
            </a:lvl9pPr>
          </a:lstStyle>
          <a:p>
            <a:pPr lvl="0"/>
            <a:r>
              <a:rPr lang="en-GB"/>
              <a:t>Type your subtitle here</a:t>
            </a:r>
          </a:p>
        </p:txBody>
      </p:sp>
      <p:sp>
        <p:nvSpPr>
          <p:cNvPr id="4" name="Presenter"/>
          <p:cNvSpPr>
            <a:spLocks noGrp="1"/>
          </p:cNvSpPr>
          <p:nvPr>
            <p:ph type="body" sz="quarter" idx="13" hasCustomPrompt="1"/>
          </p:nvPr>
        </p:nvSpPr>
        <p:spPr>
          <a:xfrm>
            <a:off x="457200" y="5754469"/>
            <a:ext cx="9321800" cy="646331"/>
          </a:xfrm>
        </p:spPr>
        <p:txBody>
          <a:bodyPr lIns="0" tIns="0" rIns="0" bIns="0" anchor="b">
            <a:spAutoFit/>
          </a:bodyPr>
          <a:lstStyle>
            <a:lvl1pPr marL="0" indent="0" fontAlgn="base">
              <a:spcBef>
                <a:spcPts val="0"/>
              </a:spcBef>
              <a:spcAft>
                <a:spcPts val="0"/>
              </a:spcAft>
              <a:buFont typeface="Arial" panose="020B0604020202020204" pitchFamily="34" charset="0"/>
              <a:buChar char="​"/>
              <a:defRPr sz="1400">
                <a:solidFill>
                  <a:schemeClr val="tx1"/>
                </a:solidFill>
              </a:defRPr>
            </a:lvl1pPr>
            <a:lvl2pPr marL="0" indent="0" fontAlgn="base">
              <a:spcBef>
                <a:spcPts val="0"/>
              </a:spcBef>
              <a:spcAft>
                <a:spcPts val="0"/>
              </a:spcAft>
              <a:buFont typeface="Arial" panose="020B0604020202020204" pitchFamily="34" charset="0"/>
              <a:buChar char="​"/>
              <a:defRPr sz="1400">
                <a:solidFill>
                  <a:schemeClr val="tx1"/>
                </a:solidFill>
              </a:defRPr>
            </a:lvl2pPr>
            <a:lvl3pPr marL="0" indent="0">
              <a:spcBef>
                <a:spcPts val="0"/>
              </a:spcBef>
              <a:spcAft>
                <a:spcPts val="0"/>
              </a:spcAft>
              <a:buFont typeface="Arial" panose="020B0604020202020204" pitchFamily="34" charset="0"/>
              <a:buChar char="​"/>
              <a:defRPr sz="1400">
                <a:solidFill>
                  <a:schemeClr val="tx1"/>
                </a:solidFill>
              </a:defRPr>
            </a:lvl3pPr>
            <a:lvl4pPr marL="0" indent="0">
              <a:spcBef>
                <a:spcPts val="0"/>
              </a:spcBef>
              <a:spcAft>
                <a:spcPts val="0"/>
              </a:spcAft>
              <a:buFont typeface="Arial" panose="020B0604020202020204" pitchFamily="34" charset="0"/>
              <a:buChar char="​"/>
              <a:defRPr sz="1400">
                <a:solidFill>
                  <a:schemeClr val="tx1"/>
                </a:solidFill>
              </a:defRPr>
            </a:lvl4pPr>
            <a:lvl5pPr marL="0" indent="0">
              <a:spcBef>
                <a:spcPts val="0"/>
              </a:spcBef>
              <a:spcAft>
                <a:spcPts val="0"/>
              </a:spcAft>
              <a:buFont typeface="Arial" panose="020B0604020202020204" pitchFamily="34" charset="0"/>
              <a:buChar char="​"/>
              <a:defRPr sz="1400">
                <a:solidFill>
                  <a:schemeClr val="tx1"/>
                </a:solidFill>
              </a:defRPr>
            </a:lvl5pPr>
            <a:lvl6pPr marL="0" indent="0">
              <a:spcBef>
                <a:spcPts val="0"/>
              </a:spcBef>
              <a:spcAft>
                <a:spcPts val="0"/>
              </a:spcAft>
              <a:buFont typeface="Arial" panose="020B0604020202020204" pitchFamily="34" charset="0"/>
              <a:buChar char="​"/>
              <a:defRPr sz="1400">
                <a:solidFill>
                  <a:schemeClr val="tx1"/>
                </a:solidFill>
              </a:defRPr>
            </a:lvl6pPr>
            <a:lvl7pPr marL="0" indent="0">
              <a:spcBef>
                <a:spcPts val="0"/>
              </a:spcBef>
              <a:spcAft>
                <a:spcPts val="0"/>
              </a:spcAft>
              <a:buFont typeface="Arial" panose="020B0604020202020204" pitchFamily="34" charset="0"/>
              <a:buChar char="​"/>
              <a:defRPr sz="1400">
                <a:solidFill>
                  <a:schemeClr val="tx1"/>
                </a:solidFill>
              </a:defRPr>
            </a:lvl7pPr>
            <a:lvl8pPr marL="0" indent="0">
              <a:spcBef>
                <a:spcPts val="0"/>
              </a:spcBef>
              <a:spcAft>
                <a:spcPts val="0"/>
              </a:spcAft>
              <a:buFont typeface="Arial" panose="020B0604020202020204" pitchFamily="34" charset="0"/>
              <a:buChar char="​"/>
              <a:defRPr sz="1400">
                <a:solidFill>
                  <a:schemeClr val="tx1"/>
                </a:solidFill>
              </a:defRPr>
            </a:lvl8pPr>
            <a:lvl9pPr marL="0" indent="0">
              <a:spcBef>
                <a:spcPts val="0"/>
              </a:spcBef>
              <a:spcAft>
                <a:spcPts val="0"/>
              </a:spcAft>
              <a:buFont typeface="Arial" panose="020B0604020202020204" pitchFamily="34" charset="0"/>
              <a:buChar char="​"/>
              <a:defRPr sz="1400">
                <a:solidFill>
                  <a:schemeClr val="tx1"/>
                </a:solidFill>
              </a:defRPr>
            </a:lvl9pPr>
          </a:lstStyle>
          <a:p>
            <a:pPr lvl="0"/>
            <a:r>
              <a:rPr lang="en-GB"/>
              <a:t>Date</a:t>
            </a:r>
            <a:br>
              <a:rPr lang="en-GB"/>
            </a:br>
            <a:br>
              <a:rPr lang="en-GB"/>
            </a:br>
            <a:r>
              <a:rPr lang="en-GB"/>
              <a:t>Presenter, Location (optional) | Presenter 2, Location 2 (optional) | etc.</a:t>
            </a:r>
          </a:p>
        </p:txBody>
      </p:sp>
      <p:pic>
        <p:nvPicPr>
          <p:cNvPr id="7" name="DTP_CompanyLogo_inv_112">
            <a:extLst>
              <a:ext uri="{FF2B5EF4-FFF2-40B4-BE49-F238E27FC236}">
                <a16:creationId xmlns:a16="http://schemas.microsoft.com/office/drawing/2014/main" id="{26E160C4-216B-7D9D-C3ED-2582D24799F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57200" y="393189"/>
            <a:ext cx="2453640" cy="469392"/>
          </a:xfrm>
          <a:prstGeom prst="rect">
            <a:avLst/>
          </a:prstGeom>
        </p:spPr>
      </p:pic>
    </p:spTree>
    <p:extLst>
      <p:ext uri="{BB962C8B-B14F-4D97-AF65-F5344CB8AC3E}">
        <p14:creationId xmlns:p14="http://schemas.microsoft.com/office/powerpoint/2010/main" val="271077991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p:spTree>
      <p:nvGrpSpPr>
        <p:cNvPr id="1" name=""/>
        <p:cNvGrpSpPr/>
        <p:nvPr/>
      </p:nvGrpSpPr>
      <p:grpSpPr>
        <a:xfrm>
          <a:off x="0" y="0"/>
          <a:ext cx="0" cy="0"/>
          <a:chOff x="0" y="0"/>
          <a:chExt cx="0" cy="0"/>
        </a:xfrm>
      </p:grpSpPr>
      <p:sp>
        <p:nvSpPr>
          <p:cNvPr id="2" name="SectionTitle"/>
          <p:cNvSpPr>
            <a:spLocks noGrp="1"/>
          </p:cNvSpPr>
          <p:nvPr>
            <p:ph type="body" sz="quarter" idx="11" hasCustomPrompt="1"/>
          </p:nvPr>
        </p:nvSpPr>
        <p:spPr>
          <a:xfrm>
            <a:off x="457199" y="4426803"/>
            <a:ext cx="8348472" cy="1354217"/>
          </a:xfrm>
          <a:noFill/>
          <a:ln>
            <a:noFill/>
          </a:ln>
          <a:effectLst/>
        </p:spPr>
        <p:txBody>
          <a:bodyPr vert="horz" wrap="square" lIns="0" tIns="0" rIns="0" bIns="0" numCol="1" anchor="t" anchorCtr="0" compatLnSpc="1">
            <a:prstTxWarp prst="textNoShape">
              <a:avLst/>
            </a:prstTxWarp>
            <a:spAutoFit/>
          </a:bodyPr>
          <a:lstStyle>
            <a:lvl1pPr marL="0" indent="0" algn="l" fontAlgn="base">
              <a:lnSpc>
                <a:spcPct val="85000"/>
              </a:lnSpc>
              <a:spcBef>
                <a:spcPts val="0"/>
              </a:spcBef>
              <a:spcAft>
                <a:spcPts val="0"/>
              </a:spcAft>
              <a:buFont typeface="Arial" panose="020B0604020202020204" pitchFamily="34" charset="0"/>
              <a:buChar char="​"/>
              <a:defRPr sz="4000" b="1">
                <a:solidFill>
                  <a:schemeClr val="tx1"/>
                </a:solidFill>
                <a:latin typeface="+mj-lt"/>
                <a:ea typeface="+mj-ea"/>
                <a:cs typeface="+mj-cs"/>
              </a:defRPr>
            </a:lvl1pPr>
            <a:lvl2pPr marL="0" indent="0" algn="l">
              <a:lnSpc>
                <a:spcPct val="100000"/>
              </a:lnSpc>
              <a:spcBef>
                <a:spcPts val="0"/>
              </a:spcBef>
              <a:spcAft>
                <a:spcPts val="0"/>
              </a:spcAft>
              <a:buFont typeface="Arial" panose="020B0604020202020204" pitchFamily="34" charset="0"/>
              <a:buChar char="​"/>
              <a:defRPr sz="2000">
                <a:solidFill>
                  <a:schemeClr val="tx1"/>
                </a:solidFill>
              </a:defRPr>
            </a:lvl2pPr>
            <a:lvl3pPr marL="0" indent="0">
              <a:lnSpc>
                <a:spcPct val="100000"/>
              </a:lnSpc>
              <a:spcBef>
                <a:spcPts val="0"/>
              </a:spcBef>
              <a:spcAft>
                <a:spcPts val="0"/>
              </a:spcAft>
              <a:buFont typeface="Arial" panose="020B0604020202020204" pitchFamily="34" charset="0"/>
              <a:buChar char="​"/>
              <a:defRPr sz="2000"/>
            </a:lvl3pPr>
            <a:lvl4pPr marL="0" indent="0">
              <a:lnSpc>
                <a:spcPct val="100000"/>
              </a:lnSpc>
              <a:spcBef>
                <a:spcPts val="0"/>
              </a:spcBef>
              <a:spcAft>
                <a:spcPts val="0"/>
              </a:spcAft>
              <a:buFont typeface="Arial" panose="020B0604020202020204" pitchFamily="34" charset="0"/>
              <a:buChar char="​"/>
              <a:defRPr sz="2000"/>
            </a:lvl4pPr>
            <a:lvl5pPr marL="0" indent="0">
              <a:lnSpc>
                <a:spcPct val="100000"/>
              </a:lnSpc>
              <a:spcBef>
                <a:spcPts val="0"/>
              </a:spcBef>
              <a:spcAft>
                <a:spcPts val="0"/>
              </a:spcAft>
              <a:buFont typeface="Arial" panose="020B0604020202020204" pitchFamily="34" charset="0"/>
              <a:buChar char="​"/>
              <a:defRPr sz="2000"/>
            </a:lvl5pPr>
            <a:lvl6pPr marL="0" indent="0">
              <a:lnSpc>
                <a:spcPct val="100000"/>
              </a:lnSpc>
              <a:spcBef>
                <a:spcPts val="0"/>
              </a:spcBef>
              <a:spcAft>
                <a:spcPts val="0"/>
              </a:spcAft>
              <a:buFont typeface="Arial" panose="020B0604020202020204" pitchFamily="34" charset="0"/>
              <a:buChar char="​"/>
              <a:defRPr sz="2000"/>
            </a:lvl6pPr>
            <a:lvl7pPr marL="0" indent="0">
              <a:lnSpc>
                <a:spcPct val="100000"/>
              </a:lnSpc>
              <a:spcBef>
                <a:spcPts val="0"/>
              </a:spcBef>
              <a:spcAft>
                <a:spcPts val="0"/>
              </a:spcAft>
              <a:buFont typeface="Arial" panose="020B0604020202020204" pitchFamily="34" charset="0"/>
              <a:buChar char="​"/>
              <a:defRPr sz="2000"/>
            </a:lvl7pPr>
            <a:lvl8pPr marL="0" indent="0">
              <a:lnSpc>
                <a:spcPct val="100000"/>
              </a:lnSpc>
              <a:spcBef>
                <a:spcPts val="0"/>
              </a:spcBef>
              <a:spcAft>
                <a:spcPts val="0"/>
              </a:spcAft>
              <a:buFont typeface="Arial" panose="020B0604020202020204" pitchFamily="34" charset="0"/>
              <a:buChar char="​"/>
              <a:defRPr sz="2000"/>
            </a:lvl8pPr>
            <a:lvl9pPr marL="0" indent="0">
              <a:lnSpc>
                <a:spcPct val="100000"/>
              </a:lnSpc>
              <a:spcBef>
                <a:spcPts val="0"/>
              </a:spcBef>
              <a:spcAft>
                <a:spcPts val="0"/>
              </a:spcAft>
              <a:buFont typeface="Arial" panose="020B0604020202020204" pitchFamily="34" charset="0"/>
              <a:buChar char="​"/>
              <a:defRPr sz="2000"/>
            </a:lvl9pPr>
          </a:lstStyle>
          <a:p>
            <a:pPr lvl="0"/>
            <a:r>
              <a:rPr lang="en-GB"/>
              <a:t>Add section title,</a:t>
            </a:r>
            <a:br>
              <a:rPr lang="en-GB"/>
            </a:br>
            <a:r>
              <a:rPr lang="en-GB"/>
              <a:t>press TAB to format as subtitle</a:t>
            </a:r>
          </a:p>
          <a:p>
            <a:pPr lvl="1"/>
            <a:r>
              <a:rPr lang="en-GB"/>
              <a:t>Section subtitle</a:t>
            </a:r>
          </a:p>
        </p:txBody>
      </p:sp>
      <p:sp>
        <p:nvSpPr>
          <p:cNvPr id="3" name="SectionNumber"/>
          <p:cNvSpPr>
            <a:spLocks noGrp="1"/>
          </p:cNvSpPr>
          <p:nvPr>
            <p:ph type="body" sz="quarter" idx="12" hasCustomPrompt="1"/>
          </p:nvPr>
        </p:nvSpPr>
        <p:spPr>
          <a:xfrm>
            <a:off x="457200" y="2274838"/>
            <a:ext cx="8348472" cy="2308324"/>
          </a:xfrm>
        </p:spPr>
        <p:txBody>
          <a:bodyPr wrap="square" lIns="0" tIns="0" rIns="0" bIns="0" anchor="b">
            <a:spAutoFit/>
          </a:bodyPr>
          <a:lstStyle>
            <a:lvl1pPr marL="0" indent="0" algn="l" fontAlgn="base">
              <a:lnSpc>
                <a:spcPct val="100000"/>
              </a:lnSpc>
              <a:spcBef>
                <a:spcPts val="0"/>
              </a:spcBef>
              <a:spcAft>
                <a:spcPts val="0"/>
              </a:spcAft>
              <a:buFont typeface="Arial" panose="020B0604020202020204" pitchFamily="34" charset="0"/>
              <a:buChar char="​"/>
              <a:defRPr sz="15000" b="1">
                <a:solidFill>
                  <a:schemeClr val="tx1"/>
                </a:solidFill>
                <a:latin typeface="+mj-lt"/>
                <a:ea typeface="+mj-ea"/>
                <a:cs typeface="+mj-cs"/>
              </a:defRPr>
            </a:lvl1pPr>
            <a:lvl2pPr marL="0" indent="0" algn="l" fontAlgn="base">
              <a:lnSpc>
                <a:spcPct val="100000"/>
              </a:lnSpc>
              <a:spcBef>
                <a:spcPts val="0"/>
              </a:spcBef>
              <a:spcAft>
                <a:spcPts val="0"/>
              </a:spcAft>
              <a:buFont typeface="Arial" panose="020B0604020202020204" pitchFamily="34" charset="0"/>
              <a:buChar char="​"/>
              <a:defRPr sz="15000" b="1">
                <a:solidFill>
                  <a:schemeClr val="tx1"/>
                </a:solidFill>
                <a:latin typeface="+mj-lt"/>
                <a:ea typeface="+mj-ea"/>
                <a:cs typeface="+mj-cs"/>
              </a:defRPr>
            </a:lvl2pPr>
            <a:lvl3pPr marL="0" indent="0" algn="l" fontAlgn="base">
              <a:lnSpc>
                <a:spcPct val="100000"/>
              </a:lnSpc>
              <a:spcBef>
                <a:spcPts val="0"/>
              </a:spcBef>
              <a:spcAft>
                <a:spcPts val="0"/>
              </a:spcAft>
              <a:buFont typeface="Arial" panose="020B0604020202020204" pitchFamily="34" charset="0"/>
              <a:buChar char="​"/>
              <a:defRPr sz="15000" b="1">
                <a:solidFill>
                  <a:schemeClr val="tx1"/>
                </a:solidFill>
                <a:latin typeface="+mj-lt"/>
                <a:ea typeface="+mj-ea"/>
                <a:cs typeface="+mj-cs"/>
              </a:defRPr>
            </a:lvl3pPr>
            <a:lvl4pPr marL="0" indent="0" algn="l" fontAlgn="base">
              <a:lnSpc>
                <a:spcPct val="100000"/>
              </a:lnSpc>
              <a:spcBef>
                <a:spcPts val="0"/>
              </a:spcBef>
              <a:spcAft>
                <a:spcPts val="0"/>
              </a:spcAft>
              <a:buFont typeface="Arial" panose="020B0604020202020204" pitchFamily="34" charset="0"/>
              <a:buChar char="​"/>
              <a:defRPr sz="15000" b="1">
                <a:solidFill>
                  <a:schemeClr val="tx1"/>
                </a:solidFill>
                <a:latin typeface="+mj-lt"/>
                <a:ea typeface="+mj-ea"/>
                <a:cs typeface="+mj-cs"/>
              </a:defRPr>
            </a:lvl4pPr>
            <a:lvl5pPr marL="0" indent="0" algn="l" fontAlgn="base">
              <a:lnSpc>
                <a:spcPct val="100000"/>
              </a:lnSpc>
              <a:spcBef>
                <a:spcPts val="0"/>
              </a:spcBef>
              <a:spcAft>
                <a:spcPts val="0"/>
              </a:spcAft>
              <a:buFont typeface="Arial" panose="020B0604020202020204" pitchFamily="34" charset="0"/>
              <a:buChar char="​"/>
              <a:defRPr sz="15000" b="1">
                <a:solidFill>
                  <a:schemeClr val="tx1"/>
                </a:solidFill>
                <a:latin typeface="+mj-lt"/>
                <a:ea typeface="+mj-ea"/>
                <a:cs typeface="+mj-cs"/>
              </a:defRPr>
            </a:lvl5pPr>
            <a:lvl6pPr marL="0" indent="0" algn="l" fontAlgn="base">
              <a:lnSpc>
                <a:spcPct val="100000"/>
              </a:lnSpc>
              <a:spcBef>
                <a:spcPts val="0"/>
              </a:spcBef>
              <a:spcAft>
                <a:spcPts val="0"/>
              </a:spcAft>
              <a:buFont typeface="Arial" panose="020B0604020202020204" pitchFamily="34" charset="0"/>
              <a:buChar char="​"/>
              <a:defRPr sz="15000" b="1">
                <a:solidFill>
                  <a:schemeClr val="tx1"/>
                </a:solidFill>
                <a:latin typeface="+mj-lt"/>
                <a:ea typeface="+mj-ea"/>
                <a:cs typeface="+mj-cs"/>
              </a:defRPr>
            </a:lvl6pPr>
            <a:lvl7pPr marL="0" indent="0" algn="l" fontAlgn="base">
              <a:lnSpc>
                <a:spcPct val="100000"/>
              </a:lnSpc>
              <a:spcBef>
                <a:spcPts val="0"/>
              </a:spcBef>
              <a:spcAft>
                <a:spcPts val="0"/>
              </a:spcAft>
              <a:buFont typeface="Arial" panose="020B0604020202020204" pitchFamily="34" charset="0"/>
              <a:buChar char="​"/>
              <a:defRPr sz="15000" b="1">
                <a:solidFill>
                  <a:schemeClr val="tx1"/>
                </a:solidFill>
                <a:latin typeface="+mj-lt"/>
                <a:ea typeface="+mj-ea"/>
                <a:cs typeface="+mj-cs"/>
              </a:defRPr>
            </a:lvl7pPr>
            <a:lvl8pPr marL="0" indent="0" algn="l" fontAlgn="base">
              <a:lnSpc>
                <a:spcPct val="100000"/>
              </a:lnSpc>
              <a:spcBef>
                <a:spcPts val="0"/>
              </a:spcBef>
              <a:spcAft>
                <a:spcPts val="0"/>
              </a:spcAft>
              <a:buFont typeface="Arial" panose="020B0604020202020204" pitchFamily="34" charset="0"/>
              <a:buChar char="​"/>
              <a:defRPr sz="15000" b="1">
                <a:solidFill>
                  <a:schemeClr val="tx1"/>
                </a:solidFill>
                <a:latin typeface="+mj-lt"/>
                <a:ea typeface="+mj-ea"/>
                <a:cs typeface="+mj-cs"/>
              </a:defRPr>
            </a:lvl8pPr>
            <a:lvl9pPr marL="0" indent="0" algn="l" fontAlgn="base">
              <a:lnSpc>
                <a:spcPct val="100000"/>
              </a:lnSpc>
              <a:spcBef>
                <a:spcPts val="0"/>
              </a:spcBef>
              <a:spcAft>
                <a:spcPts val="0"/>
              </a:spcAft>
              <a:buFont typeface="Arial" panose="020B0604020202020204" pitchFamily="34" charset="0"/>
              <a:buChar char="​"/>
              <a:defRPr sz="15000" b="1">
                <a:solidFill>
                  <a:schemeClr val="tx1"/>
                </a:solidFill>
                <a:latin typeface="+mj-lt"/>
                <a:ea typeface="+mj-ea"/>
                <a:cs typeface="+mj-cs"/>
              </a:defRPr>
            </a:lvl9pPr>
          </a:lstStyle>
          <a:p>
            <a:pPr lvl="0"/>
            <a:r>
              <a:rPr lang="en-GB"/>
              <a:t>##</a:t>
            </a:r>
          </a:p>
        </p:txBody>
      </p:sp>
    </p:spTree>
    <p:extLst>
      <p:ext uri="{BB962C8B-B14F-4D97-AF65-F5344CB8AC3E}">
        <p14:creationId xmlns:p14="http://schemas.microsoft.com/office/powerpoint/2010/main" val="28024073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2 columns">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p>
        </p:txBody>
      </p:sp>
      <p:sp>
        <p:nvSpPr>
          <p:cNvPr id="3" name="Content Left"/>
          <p:cNvSpPr>
            <a:spLocks noGrp="1"/>
          </p:cNvSpPr>
          <p:nvPr>
            <p:ph idx="11"/>
          </p:nvPr>
        </p:nvSpPr>
        <p:spPr>
          <a:xfrm>
            <a:off x="457200" y="1399032"/>
            <a:ext cx="5410200" cy="5001768"/>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Right"/>
          <p:cNvSpPr>
            <a:spLocks noGrp="1"/>
          </p:cNvSpPr>
          <p:nvPr>
            <p:ph idx="12"/>
          </p:nvPr>
        </p:nvSpPr>
        <p:spPr>
          <a:xfrm>
            <a:off x="6324600" y="1399032"/>
            <a:ext cx="5410199" cy="5001768"/>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591475822"/>
      </p:ext>
    </p:extLst>
  </p:cSld>
  <p:clrMapOvr>
    <a:masterClrMapping/>
  </p:clrMapOvr>
  <p:extLst>
    <p:ext uri="{DCECCB84-F9BA-43D5-87BE-67443E8EF086}">
      <p15:sldGuideLst xmlns:p15="http://schemas.microsoft.com/office/powerpoint/2012/main">
        <p15:guide id="1" orient="horz" pos="880">
          <p15:clr>
            <a:srgbClr val="FBAE40"/>
          </p15:clr>
        </p15:guide>
        <p15:guide id="2" pos="3696">
          <p15:clr>
            <a:srgbClr val="FBAE40"/>
          </p15:clr>
        </p15:guide>
        <p15:guide id="5" pos="398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2 headings">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p>
        </p:txBody>
      </p:sp>
      <p:sp>
        <p:nvSpPr>
          <p:cNvPr id="3" name="Heading Left"/>
          <p:cNvSpPr>
            <a:spLocks noGrp="1"/>
          </p:cNvSpPr>
          <p:nvPr>
            <p:ph type="body" idx="10" hasCustomPrompt="1"/>
          </p:nvPr>
        </p:nvSpPr>
        <p:spPr>
          <a:xfrm>
            <a:off x="457200" y="1399032"/>
            <a:ext cx="54102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5" name="Heading Right"/>
          <p:cNvSpPr>
            <a:spLocks noGrp="1"/>
          </p:cNvSpPr>
          <p:nvPr>
            <p:ph type="body" sz="quarter" idx="13" hasCustomPrompt="1"/>
          </p:nvPr>
        </p:nvSpPr>
        <p:spPr>
          <a:xfrm>
            <a:off x="6324600" y="1399032"/>
            <a:ext cx="5410199"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Tree>
    <p:extLst>
      <p:ext uri="{BB962C8B-B14F-4D97-AF65-F5344CB8AC3E}">
        <p14:creationId xmlns:p14="http://schemas.microsoft.com/office/powerpoint/2010/main" val="1209159187"/>
      </p:ext>
    </p:extLst>
  </p:cSld>
  <p:clrMapOvr>
    <a:masterClrMapping/>
  </p:clrMapOvr>
  <p:extLst>
    <p:ext uri="{DCECCB84-F9BA-43D5-87BE-67443E8EF086}">
      <p15:sldGuideLst xmlns:p15="http://schemas.microsoft.com/office/powerpoint/2012/main">
        <p15:guide id="5" orient="horz" pos="880">
          <p15:clr>
            <a:srgbClr val="FBAE40"/>
          </p15:clr>
        </p15:guide>
        <p15:guide id="6" pos="3696">
          <p15:clr>
            <a:srgbClr val="FBAE40"/>
          </p15:clr>
        </p15:guide>
        <p15:guide id="7" pos="3984">
          <p15:clr>
            <a:srgbClr val="FBAE40"/>
          </p15:clr>
        </p15:guide>
        <p15:guide id="9" orient="horz" pos="118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2 columns with heading">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p>
        </p:txBody>
      </p:sp>
      <p:sp>
        <p:nvSpPr>
          <p:cNvPr id="3" name="Heading Left"/>
          <p:cNvSpPr>
            <a:spLocks noGrp="1"/>
          </p:cNvSpPr>
          <p:nvPr>
            <p:ph type="body" idx="10" hasCustomPrompt="1"/>
          </p:nvPr>
        </p:nvSpPr>
        <p:spPr>
          <a:xfrm>
            <a:off x="457200" y="1399032"/>
            <a:ext cx="54102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4" name="Content Left"/>
          <p:cNvSpPr>
            <a:spLocks noGrp="1"/>
          </p:cNvSpPr>
          <p:nvPr>
            <p:ph sz="half" idx="11"/>
          </p:nvPr>
        </p:nvSpPr>
        <p:spPr>
          <a:xfrm>
            <a:off x="457200" y="1883664"/>
            <a:ext cx="54102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Heading Right"/>
          <p:cNvSpPr>
            <a:spLocks noGrp="1"/>
          </p:cNvSpPr>
          <p:nvPr>
            <p:ph type="body" sz="quarter" idx="13" hasCustomPrompt="1"/>
          </p:nvPr>
        </p:nvSpPr>
        <p:spPr>
          <a:xfrm>
            <a:off x="6324600" y="1399032"/>
            <a:ext cx="54102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6" name="Content Right"/>
          <p:cNvSpPr>
            <a:spLocks noGrp="1"/>
          </p:cNvSpPr>
          <p:nvPr>
            <p:ph sz="quarter" idx="12"/>
          </p:nvPr>
        </p:nvSpPr>
        <p:spPr>
          <a:xfrm>
            <a:off x="6324600" y="1883664"/>
            <a:ext cx="54102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800156721"/>
      </p:ext>
    </p:extLst>
  </p:cSld>
  <p:clrMapOvr>
    <a:masterClrMapping/>
  </p:clrMapOvr>
  <p:extLst>
    <p:ext uri="{DCECCB84-F9BA-43D5-87BE-67443E8EF086}">
      <p15:sldGuideLst xmlns:p15="http://schemas.microsoft.com/office/powerpoint/2012/main">
        <p15:guide id="5" orient="horz" pos="880">
          <p15:clr>
            <a:srgbClr val="FBAE40"/>
          </p15:clr>
        </p15:guide>
        <p15:guide id="6" pos="3696">
          <p15:clr>
            <a:srgbClr val="FBAE40"/>
          </p15:clr>
        </p15:guide>
        <p15:guide id="7" pos="3984">
          <p15:clr>
            <a:srgbClr val="FBAE40"/>
          </p15:clr>
        </p15:guide>
        <p15:guide id="9" orient="horz" pos="118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Title and 2 Content with heading">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p>
        </p:txBody>
      </p:sp>
      <p:sp>
        <p:nvSpPr>
          <p:cNvPr id="3" name="Heading Top"/>
          <p:cNvSpPr>
            <a:spLocks noGrp="1"/>
          </p:cNvSpPr>
          <p:nvPr>
            <p:ph type="body" idx="10" hasCustomPrompt="1"/>
          </p:nvPr>
        </p:nvSpPr>
        <p:spPr>
          <a:xfrm>
            <a:off x="457200" y="1399032"/>
            <a:ext cx="112776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lvl3pPr>
            <a:lvl4pPr marL="0" indent="0">
              <a:spcBef>
                <a:spcPts val="0"/>
              </a:spcBef>
              <a:buFont typeface="Arial" panose="020B0604020202020204" pitchFamily="34" charset="0"/>
              <a:buChar char="​"/>
              <a:defRPr sz="1400"/>
            </a:lvl4pPr>
            <a:lvl5pPr marL="0" indent="0">
              <a:spcBef>
                <a:spcPts val="0"/>
              </a:spcBef>
              <a:buFont typeface="Arial" panose="020B0604020202020204" pitchFamily="34" charset="0"/>
              <a:buChar char="​"/>
              <a:defRPr sz="1400"/>
            </a:lvl5pPr>
            <a:lvl6pPr marL="0" indent="0">
              <a:spcBef>
                <a:spcPts val="0"/>
              </a:spcBef>
              <a:buFont typeface="Arial" panose="020B0604020202020204" pitchFamily="34" charset="0"/>
              <a:buChar char="​"/>
              <a:defRPr sz="1400"/>
            </a:lvl6pPr>
            <a:lvl7pPr marL="0" indent="0">
              <a:spcBef>
                <a:spcPts val="0"/>
              </a:spcBef>
              <a:buFont typeface="Arial" panose="020B0604020202020204" pitchFamily="34" charset="0"/>
              <a:buChar char="​"/>
              <a:defRPr sz="1400"/>
            </a:lvl7pPr>
            <a:lvl8pPr marL="0" indent="0">
              <a:spcBef>
                <a:spcPts val="0"/>
              </a:spcBef>
              <a:buFont typeface="Arial" panose="020B0604020202020204" pitchFamily="34" charset="0"/>
              <a:buChar char="​"/>
              <a:defRPr sz="1400"/>
            </a:lvl8pPr>
            <a:lvl9pPr marL="0" indent="0">
              <a:spcBef>
                <a:spcPts val="0"/>
              </a:spcBef>
              <a:buFont typeface="Arial" panose="020B0604020202020204" pitchFamily="34" charset="0"/>
              <a:buChar char="​"/>
              <a:defRPr sz="1400"/>
            </a:lvl9pPr>
          </a:lstStyle>
          <a:p>
            <a:pPr lvl="0"/>
            <a:r>
              <a:rPr lang="en-GB"/>
              <a:t>Heading 14 pt</a:t>
            </a:r>
          </a:p>
          <a:p>
            <a:pPr lvl="1"/>
            <a:r>
              <a:rPr lang="en-GB"/>
              <a:t>Subheading 14 pt</a:t>
            </a:r>
          </a:p>
        </p:txBody>
      </p:sp>
      <p:sp>
        <p:nvSpPr>
          <p:cNvPr id="4" name="Content Top"/>
          <p:cNvSpPr>
            <a:spLocks noGrp="1"/>
          </p:cNvSpPr>
          <p:nvPr>
            <p:ph idx="11"/>
          </p:nvPr>
        </p:nvSpPr>
        <p:spPr>
          <a:xfrm>
            <a:off x="457200" y="1883664"/>
            <a:ext cx="11277600" cy="191109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Heading Bottom"/>
          <p:cNvSpPr>
            <a:spLocks noGrp="1"/>
          </p:cNvSpPr>
          <p:nvPr>
            <p:ph type="body" idx="13" hasCustomPrompt="1"/>
          </p:nvPr>
        </p:nvSpPr>
        <p:spPr>
          <a:xfrm>
            <a:off x="457200" y="4005072"/>
            <a:ext cx="112776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lvl3pPr>
            <a:lvl4pPr marL="0" indent="0">
              <a:spcBef>
                <a:spcPts val="0"/>
              </a:spcBef>
              <a:buFont typeface="Arial" panose="020B0604020202020204" pitchFamily="34" charset="0"/>
              <a:buChar char="​"/>
              <a:defRPr sz="1400"/>
            </a:lvl4pPr>
            <a:lvl5pPr marL="0" indent="0">
              <a:spcBef>
                <a:spcPts val="0"/>
              </a:spcBef>
              <a:buFont typeface="Arial" panose="020B0604020202020204" pitchFamily="34" charset="0"/>
              <a:buChar char="​"/>
              <a:defRPr sz="1400"/>
            </a:lvl5pPr>
            <a:lvl6pPr marL="0" indent="0">
              <a:spcBef>
                <a:spcPts val="0"/>
              </a:spcBef>
              <a:buFont typeface="Arial" panose="020B0604020202020204" pitchFamily="34" charset="0"/>
              <a:buChar char="​"/>
              <a:defRPr sz="1400"/>
            </a:lvl6pPr>
            <a:lvl7pPr marL="0" indent="0">
              <a:spcBef>
                <a:spcPts val="0"/>
              </a:spcBef>
              <a:buFont typeface="Arial" panose="020B0604020202020204" pitchFamily="34" charset="0"/>
              <a:buChar char="​"/>
              <a:defRPr sz="1400"/>
            </a:lvl7pPr>
            <a:lvl8pPr marL="0" indent="0">
              <a:spcBef>
                <a:spcPts val="0"/>
              </a:spcBef>
              <a:buFont typeface="Arial" panose="020B0604020202020204" pitchFamily="34" charset="0"/>
              <a:buChar char="​"/>
              <a:defRPr sz="1400"/>
            </a:lvl8pPr>
            <a:lvl9pPr marL="0" indent="0">
              <a:spcBef>
                <a:spcPts val="0"/>
              </a:spcBef>
              <a:buFont typeface="Arial" panose="020B0604020202020204" pitchFamily="34" charset="0"/>
              <a:buChar char="​"/>
              <a:defRPr sz="1400"/>
            </a:lvl9pPr>
          </a:lstStyle>
          <a:p>
            <a:pPr lvl="0"/>
            <a:r>
              <a:rPr lang="en-GB"/>
              <a:t>Heading 14 pt</a:t>
            </a:r>
          </a:p>
          <a:p>
            <a:pPr lvl="1"/>
            <a:r>
              <a:rPr lang="en-GB"/>
              <a:t>Subheading 14 pt</a:t>
            </a:r>
          </a:p>
        </p:txBody>
      </p:sp>
      <p:sp>
        <p:nvSpPr>
          <p:cNvPr id="6" name="Content Bottom"/>
          <p:cNvSpPr>
            <a:spLocks noGrp="1"/>
          </p:cNvSpPr>
          <p:nvPr>
            <p:ph idx="12"/>
          </p:nvPr>
        </p:nvSpPr>
        <p:spPr>
          <a:xfrm>
            <a:off x="457200" y="4489704"/>
            <a:ext cx="11277600" cy="191109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457589198"/>
      </p:ext>
    </p:extLst>
  </p:cSld>
  <p:clrMapOvr>
    <a:masterClrMapping/>
  </p:clrMapOvr>
  <p:extLst>
    <p:ext uri="{DCECCB84-F9BA-43D5-87BE-67443E8EF086}">
      <p15:sldGuideLst xmlns:p15="http://schemas.microsoft.com/office/powerpoint/2012/main">
        <p15:guide id="3" orient="horz" pos="2523">
          <p15:clr>
            <a:srgbClr val="FBAE40"/>
          </p15:clr>
        </p15:guide>
        <p15:guide id="5" orient="horz" pos="880">
          <p15:clr>
            <a:srgbClr val="FBAE40"/>
          </p15:clr>
        </p15:guide>
        <p15:guide id="6" orient="horz" pos="2832">
          <p15:clr>
            <a:srgbClr val="FBAE40"/>
          </p15:clr>
        </p15:guide>
        <p15:guide id="8" orient="horz" pos="118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2 columns 1/3 split">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p>
        </p:txBody>
      </p:sp>
      <p:sp>
        <p:nvSpPr>
          <p:cNvPr id="3" name="Heading Left"/>
          <p:cNvSpPr>
            <a:spLocks noGrp="1"/>
          </p:cNvSpPr>
          <p:nvPr>
            <p:ph type="body" idx="10" hasCustomPrompt="1"/>
          </p:nvPr>
        </p:nvSpPr>
        <p:spPr>
          <a:xfrm>
            <a:off x="457200" y="1399032"/>
            <a:ext cx="34544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4" name="Content Left"/>
          <p:cNvSpPr>
            <a:spLocks noGrp="1"/>
          </p:cNvSpPr>
          <p:nvPr>
            <p:ph sz="half" idx="11"/>
          </p:nvPr>
        </p:nvSpPr>
        <p:spPr>
          <a:xfrm>
            <a:off x="457200" y="1883664"/>
            <a:ext cx="34544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Heading Right"/>
          <p:cNvSpPr>
            <a:spLocks noGrp="1"/>
          </p:cNvSpPr>
          <p:nvPr>
            <p:ph type="body" sz="quarter" idx="13" hasCustomPrompt="1"/>
          </p:nvPr>
        </p:nvSpPr>
        <p:spPr>
          <a:xfrm>
            <a:off x="4368799" y="1399032"/>
            <a:ext cx="73660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6" name="Content Right"/>
          <p:cNvSpPr>
            <a:spLocks noGrp="1"/>
          </p:cNvSpPr>
          <p:nvPr>
            <p:ph sz="quarter" idx="12"/>
          </p:nvPr>
        </p:nvSpPr>
        <p:spPr>
          <a:xfrm>
            <a:off x="4368799" y="1883664"/>
            <a:ext cx="73660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037414790"/>
      </p:ext>
    </p:extLst>
  </p:cSld>
  <p:clrMapOvr>
    <a:masterClrMapping/>
  </p:clrMapOvr>
  <p:extLst>
    <p:ext uri="{DCECCB84-F9BA-43D5-87BE-67443E8EF086}">
      <p15:sldGuideLst xmlns:p15="http://schemas.microsoft.com/office/powerpoint/2012/main">
        <p15:guide id="5" orient="horz" pos="880">
          <p15:clr>
            <a:srgbClr val="FBAE40"/>
          </p15:clr>
        </p15:guide>
        <p15:guide id="6" pos="2464">
          <p15:clr>
            <a:srgbClr val="FBAE40"/>
          </p15:clr>
        </p15:guide>
        <p15:guide id="7" pos="2752">
          <p15:clr>
            <a:srgbClr val="FBAE40"/>
          </p15:clr>
        </p15:guide>
        <p15:guide id="9" orient="horz" pos="1184">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 columns 2/3 split">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p>
        </p:txBody>
      </p:sp>
      <p:sp>
        <p:nvSpPr>
          <p:cNvPr id="3" name="Heading Left"/>
          <p:cNvSpPr>
            <a:spLocks noGrp="1"/>
          </p:cNvSpPr>
          <p:nvPr>
            <p:ph type="body" idx="10" hasCustomPrompt="1"/>
          </p:nvPr>
        </p:nvSpPr>
        <p:spPr>
          <a:xfrm>
            <a:off x="457199" y="1399032"/>
            <a:ext cx="73660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4" name="Content Left"/>
          <p:cNvSpPr>
            <a:spLocks noGrp="1"/>
          </p:cNvSpPr>
          <p:nvPr>
            <p:ph sz="half" idx="11"/>
          </p:nvPr>
        </p:nvSpPr>
        <p:spPr>
          <a:xfrm>
            <a:off x="457199" y="1883664"/>
            <a:ext cx="73660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Heading Right"/>
          <p:cNvSpPr>
            <a:spLocks noGrp="1"/>
          </p:cNvSpPr>
          <p:nvPr>
            <p:ph type="body" sz="quarter" idx="13" hasCustomPrompt="1"/>
          </p:nvPr>
        </p:nvSpPr>
        <p:spPr>
          <a:xfrm>
            <a:off x="8280400" y="1399032"/>
            <a:ext cx="34544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6" name="Content Right"/>
          <p:cNvSpPr>
            <a:spLocks noGrp="1"/>
          </p:cNvSpPr>
          <p:nvPr>
            <p:ph sz="quarter" idx="12"/>
          </p:nvPr>
        </p:nvSpPr>
        <p:spPr>
          <a:xfrm>
            <a:off x="8280400" y="1883664"/>
            <a:ext cx="34544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908813497"/>
      </p:ext>
    </p:extLst>
  </p:cSld>
  <p:clrMapOvr>
    <a:masterClrMapping/>
  </p:clrMapOvr>
  <p:extLst>
    <p:ext uri="{DCECCB84-F9BA-43D5-87BE-67443E8EF086}">
      <p15:sldGuideLst xmlns:p15="http://schemas.microsoft.com/office/powerpoint/2012/main">
        <p15:guide id="5" orient="horz" pos="880">
          <p15:clr>
            <a:srgbClr val="FBAE40"/>
          </p15:clr>
        </p15:guide>
        <p15:guide id="6" pos="4928">
          <p15:clr>
            <a:srgbClr val="FBAE40"/>
          </p15:clr>
        </p15:guide>
        <p15:guide id="7" pos="5216">
          <p15:clr>
            <a:srgbClr val="FBAE40"/>
          </p15:clr>
        </p15:guide>
        <p15:guide id="9" orient="horz" pos="118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umns">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p>
        </p:txBody>
      </p:sp>
      <p:sp>
        <p:nvSpPr>
          <p:cNvPr id="4" name="Content Left"/>
          <p:cNvSpPr>
            <a:spLocks noGrp="1"/>
          </p:cNvSpPr>
          <p:nvPr>
            <p:ph sz="half" idx="11"/>
          </p:nvPr>
        </p:nvSpPr>
        <p:spPr>
          <a:xfrm>
            <a:off x="457200" y="1399032"/>
            <a:ext cx="3454400" cy="5001768"/>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Content Middle"/>
          <p:cNvSpPr>
            <a:spLocks noGrp="1"/>
          </p:cNvSpPr>
          <p:nvPr>
            <p:ph sz="quarter" idx="12"/>
          </p:nvPr>
        </p:nvSpPr>
        <p:spPr>
          <a:xfrm>
            <a:off x="4368799" y="1399032"/>
            <a:ext cx="3454400" cy="5001768"/>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Content Right"/>
          <p:cNvSpPr>
            <a:spLocks noGrp="1"/>
          </p:cNvSpPr>
          <p:nvPr>
            <p:ph sz="quarter" idx="14"/>
          </p:nvPr>
        </p:nvSpPr>
        <p:spPr>
          <a:xfrm>
            <a:off x="8280400" y="1399032"/>
            <a:ext cx="3454400" cy="5001768"/>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4096513459"/>
      </p:ext>
    </p:extLst>
  </p:cSld>
  <p:clrMapOvr>
    <a:masterClrMapping/>
  </p:clrMapOvr>
  <p:extLst>
    <p:ext uri="{DCECCB84-F9BA-43D5-87BE-67443E8EF086}">
      <p15:sldGuideLst xmlns:p15="http://schemas.microsoft.com/office/powerpoint/2012/main">
        <p15:guide id="1" orient="horz" pos="880">
          <p15:clr>
            <a:srgbClr val="FBAE40"/>
          </p15:clr>
        </p15:guide>
        <p15:guide id="2" pos="5216">
          <p15:clr>
            <a:srgbClr val="FBAE40"/>
          </p15:clr>
        </p15:guide>
        <p15:guide id="4" pos="2752">
          <p15:clr>
            <a:srgbClr val="FBAE40"/>
          </p15:clr>
        </p15:guide>
        <p15:guide id="5" pos="4928">
          <p15:clr>
            <a:srgbClr val="FBAE40"/>
          </p15:clr>
        </p15:guide>
        <p15:guide id="6" pos="2464">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3 headings">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p>
        </p:txBody>
      </p:sp>
      <p:sp>
        <p:nvSpPr>
          <p:cNvPr id="3" name="Heading Left"/>
          <p:cNvSpPr>
            <a:spLocks noGrp="1"/>
          </p:cNvSpPr>
          <p:nvPr>
            <p:ph type="body" idx="10" hasCustomPrompt="1"/>
          </p:nvPr>
        </p:nvSpPr>
        <p:spPr>
          <a:xfrm>
            <a:off x="457200" y="1399032"/>
            <a:ext cx="34544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5" name="Heading Middle"/>
          <p:cNvSpPr>
            <a:spLocks noGrp="1"/>
          </p:cNvSpPr>
          <p:nvPr>
            <p:ph type="body" sz="quarter" idx="13" hasCustomPrompt="1"/>
          </p:nvPr>
        </p:nvSpPr>
        <p:spPr>
          <a:xfrm>
            <a:off x="4368800" y="1399032"/>
            <a:ext cx="3454399"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7" name="Heading Right"/>
          <p:cNvSpPr>
            <a:spLocks noGrp="1"/>
          </p:cNvSpPr>
          <p:nvPr>
            <p:ph type="body" sz="quarter" idx="15" hasCustomPrompt="1"/>
          </p:nvPr>
        </p:nvSpPr>
        <p:spPr>
          <a:xfrm>
            <a:off x="8280400" y="1399032"/>
            <a:ext cx="34544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Tree>
    <p:extLst>
      <p:ext uri="{BB962C8B-B14F-4D97-AF65-F5344CB8AC3E}">
        <p14:creationId xmlns:p14="http://schemas.microsoft.com/office/powerpoint/2010/main" val="3186228405"/>
      </p:ext>
    </p:extLst>
  </p:cSld>
  <p:clrMapOvr>
    <a:masterClrMapping/>
  </p:clrMapOvr>
  <p:extLst>
    <p:ext uri="{DCECCB84-F9BA-43D5-87BE-67443E8EF086}">
      <p15:sldGuideLst xmlns:p15="http://schemas.microsoft.com/office/powerpoint/2012/main">
        <p15:guide id="7" orient="horz" pos="880">
          <p15:clr>
            <a:srgbClr val="FBAE40"/>
          </p15:clr>
        </p15:guide>
        <p15:guide id="8" pos="5216">
          <p15:clr>
            <a:srgbClr val="FBAE40"/>
          </p15:clr>
        </p15:guide>
        <p15:guide id="10" pos="2752">
          <p15:clr>
            <a:srgbClr val="FBAE40"/>
          </p15:clr>
        </p15:guide>
        <p15:guide id="11" pos="4928">
          <p15:clr>
            <a:srgbClr val="FBAE40"/>
          </p15:clr>
        </p15:guide>
        <p15:guide id="12" pos="2464">
          <p15:clr>
            <a:srgbClr val="FBAE40"/>
          </p15:clr>
        </p15:guide>
        <p15:guide id="14" orient="horz" pos="118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columns with heading">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p>
        </p:txBody>
      </p:sp>
      <p:sp>
        <p:nvSpPr>
          <p:cNvPr id="3" name="Heading Left"/>
          <p:cNvSpPr>
            <a:spLocks noGrp="1"/>
          </p:cNvSpPr>
          <p:nvPr>
            <p:ph type="body" idx="10" hasCustomPrompt="1"/>
          </p:nvPr>
        </p:nvSpPr>
        <p:spPr>
          <a:xfrm>
            <a:off x="457200" y="1399032"/>
            <a:ext cx="34544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4" name="Content Left"/>
          <p:cNvSpPr>
            <a:spLocks noGrp="1"/>
          </p:cNvSpPr>
          <p:nvPr>
            <p:ph sz="half" idx="11"/>
          </p:nvPr>
        </p:nvSpPr>
        <p:spPr>
          <a:xfrm>
            <a:off x="457200" y="1883664"/>
            <a:ext cx="34544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Heading Middle"/>
          <p:cNvSpPr>
            <a:spLocks noGrp="1"/>
          </p:cNvSpPr>
          <p:nvPr>
            <p:ph type="body" sz="quarter" idx="13" hasCustomPrompt="1"/>
          </p:nvPr>
        </p:nvSpPr>
        <p:spPr>
          <a:xfrm>
            <a:off x="4368799" y="1399032"/>
            <a:ext cx="34544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6" name="Content Middle"/>
          <p:cNvSpPr>
            <a:spLocks noGrp="1"/>
          </p:cNvSpPr>
          <p:nvPr>
            <p:ph sz="quarter" idx="12"/>
          </p:nvPr>
        </p:nvSpPr>
        <p:spPr>
          <a:xfrm>
            <a:off x="4368799" y="1883664"/>
            <a:ext cx="34544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Heading Right"/>
          <p:cNvSpPr>
            <a:spLocks noGrp="1"/>
          </p:cNvSpPr>
          <p:nvPr>
            <p:ph type="body" sz="quarter" idx="15" hasCustomPrompt="1"/>
          </p:nvPr>
        </p:nvSpPr>
        <p:spPr>
          <a:xfrm>
            <a:off x="8280400" y="1399032"/>
            <a:ext cx="34544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8" name="Content Right"/>
          <p:cNvSpPr>
            <a:spLocks noGrp="1"/>
          </p:cNvSpPr>
          <p:nvPr>
            <p:ph sz="quarter" idx="14"/>
          </p:nvPr>
        </p:nvSpPr>
        <p:spPr>
          <a:xfrm>
            <a:off x="8280400" y="1883664"/>
            <a:ext cx="34544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261583477"/>
      </p:ext>
    </p:extLst>
  </p:cSld>
  <p:clrMapOvr>
    <a:masterClrMapping/>
  </p:clrMapOvr>
  <p:extLst>
    <p:ext uri="{DCECCB84-F9BA-43D5-87BE-67443E8EF086}">
      <p15:sldGuideLst xmlns:p15="http://schemas.microsoft.com/office/powerpoint/2012/main">
        <p15:guide id="7" orient="horz" pos="880">
          <p15:clr>
            <a:srgbClr val="FBAE40"/>
          </p15:clr>
        </p15:guide>
        <p15:guide id="8" pos="2464">
          <p15:clr>
            <a:srgbClr val="FBAE40"/>
          </p15:clr>
        </p15:guide>
        <p15:guide id="9" pos="2752">
          <p15:clr>
            <a:srgbClr val="FBAE40"/>
          </p15:clr>
        </p15:guide>
        <p15:guide id="10" pos="4928">
          <p15:clr>
            <a:srgbClr val="FBAE40"/>
          </p15:clr>
        </p15:guide>
        <p15:guide id="11" pos="5216">
          <p15:clr>
            <a:srgbClr val="FBAE40"/>
          </p15:clr>
        </p15:guide>
        <p15:guide id="13" orient="horz" pos="118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4 columns with heading">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p>
        </p:txBody>
      </p:sp>
      <p:sp>
        <p:nvSpPr>
          <p:cNvPr id="3" name="Heading Left Top"/>
          <p:cNvSpPr>
            <a:spLocks noGrp="1"/>
          </p:cNvSpPr>
          <p:nvPr>
            <p:ph type="body" idx="10" hasCustomPrompt="1"/>
          </p:nvPr>
        </p:nvSpPr>
        <p:spPr>
          <a:xfrm>
            <a:off x="457199" y="1399032"/>
            <a:ext cx="24765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4" name="Content Left Top"/>
          <p:cNvSpPr>
            <a:spLocks noGrp="1"/>
          </p:cNvSpPr>
          <p:nvPr>
            <p:ph sz="quarter" idx="11"/>
          </p:nvPr>
        </p:nvSpPr>
        <p:spPr>
          <a:xfrm>
            <a:off x="457199" y="1883664"/>
            <a:ext cx="24765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Heading Middle Left"/>
          <p:cNvSpPr>
            <a:spLocks noGrp="1"/>
          </p:cNvSpPr>
          <p:nvPr>
            <p:ph type="body" idx="13" hasCustomPrompt="1"/>
          </p:nvPr>
        </p:nvSpPr>
        <p:spPr>
          <a:xfrm>
            <a:off x="3390900" y="1399032"/>
            <a:ext cx="24765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6" name="Content Middle Left"/>
          <p:cNvSpPr>
            <a:spLocks noGrp="1"/>
          </p:cNvSpPr>
          <p:nvPr>
            <p:ph sz="quarter" idx="12"/>
          </p:nvPr>
        </p:nvSpPr>
        <p:spPr>
          <a:xfrm>
            <a:off x="3390900" y="1883664"/>
            <a:ext cx="24765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Heading Middle Right"/>
          <p:cNvSpPr>
            <a:spLocks noGrp="1"/>
          </p:cNvSpPr>
          <p:nvPr>
            <p:ph type="body" idx="15" hasCustomPrompt="1"/>
          </p:nvPr>
        </p:nvSpPr>
        <p:spPr>
          <a:xfrm>
            <a:off x="6324600" y="1399032"/>
            <a:ext cx="24765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8" name="Content Middle Right"/>
          <p:cNvSpPr>
            <a:spLocks noGrp="1"/>
          </p:cNvSpPr>
          <p:nvPr>
            <p:ph sz="quarter" idx="14"/>
          </p:nvPr>
        </p:nvSpPr>
        <p:spPr>
          <a:xfrm>
            <a:off x="6324600" y="1883664"/>
            <a:ext cx="24765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Heading Right"/>
          <p:cNvSpPr>
            <a:spLocks noGrp="1"/>
          </p:cNvSpPr>
          <p:nvPr>
            <p:ph type="body" idx="17" hasCustomPrompt="1"/>
          </p:nvPr>
        </p:nvSpPr>
        <p:spPr>
          <a:xfrm>
            <a:off x="9258300" y="1399032"/>
            <a:ext cx="24765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10" name="Content Right"/>
          <p:cNvSpPr>
            <a:spLocks noGrp="1"/>
          </p:cNvSpPr>
          <p:nvPr>
            <p:ph sz="quarter" idx="16"/>
          </p:nvPr>
        </p:nvSpPr>
        <p:spPr>
          <a:xfrm>
            <a:off x="9258300" y="1883664"/>
            <a:ext cx="24765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585236106"/>
      </p:ext>
    </p:extLst>
  </p:cSld>
  <p:clrMapOvr>
    <a:masterClrMapping/>
  </p:clrMapOvr>
  <p:extLst>
    <p:ext uri="{DCECCB84-F9BA-43D5-87BE-67443E8EF086}">
      <p15:sldGuideLst xmlns:p15="http://schemas.microsoft.com/office/powerpoint/2012/main">
        <p15:guide id="5" orient="horz" pos="880">
          <p15:clr>
            <a:srgbClr val="FBAE40"/>
          </p15:clr>
        </p15:guide>
        <p15:guide id="10" pos="2136">
          <p15:clr>
            <a:srgbClr val="FBAE40"/>
          </p15:clr>
        </p15:guide>
        <p15:guide id="11" pos="3696">
          <p15:clr>
            <a:srgbClr val="FBAE40"/>
          </p15:clr>
        </p15:guide>
        <p15:guide id="12" pos="1848">
          <p15:clr>
            <a:srgbClr val="FBAE40"/>
          </p15:clr>
        </p15:guide>
        <p15:guide id="13" pos="3984">
          <p15:clr>
            <a:srgbClr val="FBAE40"/>
          </p15:clr>
        </p15:guide>
        <p15:guide id="14" pos="5544">
          <p15:clr>
            <a:srgbClr val="FBAE40"/>
          </p15:clr>
        </p15:guide>
        <p15:guide id="15" pos="5832">
          <p15:clr>
            <a:srgbClr val="FBAE40"/>
          </p15:clr>
        </p15:guide>
        <p15:guide id="17" orient="horz" pos="118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5 columns with heading">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p>
        </p:txBody>
      </p:sp>
      <p:sp>
        <p:nvSpPr>
          <p:cNvPr id="3" name="Heading Left Top"/>
          <p:cNvSpPr>
            <a:spLocks noGrp="1"/>
          </p:cNvSpPr>
          <p:nvPr>
            <p:ph type="body" idx="10" hasCustomPrompt="1"/>
          </p:nvPr>
        </p:nvSpPr>
        <p:spPr>
          <a:xfrm>
            <a:off x="457200" y="1399032"/>
            <a:ext cx="18923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4" name="Content Left Top"/>
          <p:cNvSpPr>
            <a:spLocks noGrp="1"/>
          </p:cNvSpPr>
          <p:nvPr>
            <p:ph sz="quarter" idx="11"/>
          </p:nvPr>
        </p:nvSpPr>
        <p:spPr>
          <a:xfrm>
            <a:off x="457200" y="1883664"/>
            <a:ext cx="18923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Heading Middle Left"/>
          <p:cNvSpPr>
            <a:spLocks noGrp="1"/>
          </p:cNvSpPr>
          <p:nvPr>
            <p:ph type="body" idx="13" hasCustomPrompt="1"/>
          </p:nvPr>
        </p:nvSpPr>
        <p:spPr>
          <a:xfrm>
            <a:off x="2806700" y="1399032"/>
            <a:ext cx="18923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6" name="Content Middle Left"/>
          <p:cNvSpPr>
            <a:spLocks noGrp="1"/>
          </p:cNvSpPr>
          <p:nvPr>
            <p:ph sz="quarter" idx="12"/>
          </p:nvPr>
        </p:nvSpPr>
        <p:spPr>
          <a:xfrm>
            <a:off x="2806700" y="1883664"/>
            <a:ext cx="18923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Heading Middle"/>
          <p:cNvSpPr>
            <a:spLocks noGrp="1"/>
          </p:cNvSpPr>
          <p:nvPr>
            <p:ph type="body" idx="15" hasCustomPrompt="1"/>
          </p:nvPr>
        </p:nvSpPr>
        <p:spPr>
          <a:xfrm>
            <a:off x="5156200" y="1399032"/>
            <a:ext cx="18796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8" name="Content Middle"/>
          <p:cNvSpPr>
            <a:spLocks noGrp="1"/>
          </p:cNvSpPr>
          <p:nvPr>
            <p:ph sz="quarter" idx="14"/>
          </p:nvPr>
        </p:nvSpPr>
        <p:spPr>
          <a:xfrm>
            <a:off x="5156200" y="1883664"/>
            <a:ext cx="18796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Heading Middle Right"/>
          <p:cNvSpPr>
            <a:spLocks noGrp="1"/>
          </p:cNvSpPr>
          <p:nvPr>
            <p:ph type="body" idx="17" hasCustomPrompt="1"/>
          </p:nvPr>
        </p:nvSpPr>
        <p:spPr>
          <a:xfrm>
            <a:off x="7493000" y="1399032"/>
            <a:ext cx="18923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10" name="Content Middle Right"/>
          <p:cNvSpPr>
            <a:spLocks noGrp="1"/>
          </p:cNvSpPr>
          <p:nvPr>
            <p:ph sz="quarter" idx="16"/>
          </p:nvPr>
        </p:nvSpPr>
        <p:spPr>
          <a:xfrm>
            <a:off x="7493000" y="1883664"/>
            <a:ext cx="18923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0" name="Heading Right">
            <a:extLst>
              <a:ext uri="{FF2B5EF4-FFF2-40B4-BE49-F238E27FC236}">
                <a16:creationId xmlns:a16="http://schemas.microsoft.com/office/drawing/2014/main" id="{28D70AB5-46A8-4A97-AAB4-47C1BD4B837B}"/>
              </a:ext>
            </a:extLst>
          </p:cNvPr>
          <p:cNvSpPr>
            <a:spLocks noGrp="1"/>
          </p:cNvSpPr>
          <p:nvPr>
            <p:ph type="body" idx="18" hasCustomPrompt="1"/>
          </p:nvPr>
        </p:nvSpPr>
        <p:spPr>
          <a:xfrm>
            <a:off x="9842500" y="1399032"/>
            <a:ext cx="18923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21" name="Content Right">
            <a:extLst>
              <a:ext uri="{FF2B5EF4-FFF2-40B4-BE49-F238E27FC236}">
                <a16:creationId xmlns:a16="http://schemas.microsoft.com/office/drawing/2014/main" id="{8E85D35B-391E-43DD-85C1-F96075528789}"/>
              </a:ext>
            </a:extLst>
          </p:cNvPr>
          <p:cNvSpPr>
            <a:spLocks noGrp="1"/>
          </p:cNvSpPr>
          <p:nvPr>
            <p:ph sz="quarter" idx="19"/>
          </p:nvPr>
        </p:nvSpPr>
        <p:spPr>
          <a:xfrm>
            <a:off x="9842500" y="1883664"/>
            <a:ext cx="18923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2908254864"/>
      </p:ext>
    </p:extLst>
  </p:cSld>
  <p:clrMapOvr>
    <a:masterClrMapping/>
  </p:clrMapOvr>
  <p:extLst>
    <p:ext uri="{DCECCB84-F9BA-43D5-87BE-67443E8EF086}">
      <p15:sldGuideLst xmlns:p15="http://schemas.microsoft.com/office/powerpoint/2012/main">
        <p15:guide id="5" orient="horz" pos="880">
          <p15:clr>
            <a:srgbClr val="FBAE40"/>
          </p15:clr>
        </p15:guide>
        <p15:guide id="6" pos="1480">
          <p15:clr>
            <a:srgbClr val="FBAE40"/>
          </p15:clr>
        </p15:guide>
        <p15:guide id="7" pos="1768">
          <p15:clr>
            <a:srgbClr val="FBAE40"/>
          </p15:clr>
        </p15:guide>
        <p15:guide id="8" pos="2960">
          <p15:clr>
            <a:srgbClr val="FBAE40"/>
          </p15:clr>
        </p15:guide>
        <p15:guide id="9" pos="3248">
          <p15:clr>
            <a:srgbClr val="FBAE40"/>
          </p15:clr>
        </p15:guide>
        <p15:guide id="10" pos="4432">
          <p15:clr>
            <a:srgbClr val="FBAE40"/>
          </p15:clr>
        </p15:guide>
        <p15:guide id="11" pos="4720">
          <p15:clr>
            <a:srgbClr val="FBAE40"/>
          </p15:clr>
        </p15:guide>
        <p15:guide id="12" pos="5912">
          <p15:clr>
            <a:srgbClr val="FBAE40"/>
          </p15:clr>
        </p15:guide>
        <p15:guide id="13" pos="6200">
          <p15:clr>
            <a:srgbClr val="FBAE40"/>
          </p15:clr>
        </p15:guide>
        <p15:guide id="15" orient="horz" pos="118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4 textboxes with heading">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p>
        </p:txBody>
      </p:sp>
      <p:sp>
        <p:nvSpPr>
          <p:cNvPr id="3" name="Heading Left Top"/>
          <p:cNvSpPr>
            <a:spLocks noGrp="1"/>
          </p:cNvSpPr>
          <p:nvPr>
            <p:ph type="body" idx="10" hasCustomPrompt="1"/>
          </p:nvPr>
        </p:nvSpPr>
        <p:spPr>
          <a:xfrm>
            <a:off x="457200" y="1399032"/>
            <a:ext cx="54102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4" name="Content Left Top"/>
          <p:cNvSpPr>
            <a:spLocks noGrp="1"/>
          </p:cNvSpPr>
          <p:nvPr>
            <p:ph sz="quarter" idx="11"/>
          </p:nvPr>
        </p:nvSpPr>
        <p:spPr>
          <a:xfrm>
            <a:off x="457200" y="1883664"/>
            <a:ext cx="5410200" cy="191109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Heading Right Top"/>
          <p:cNvSpPr>
            <a:spLocks noGrp="1"/>
          </p:cNvSpPr>
          <p:nvPr>
            <p:ph type="body" idx="13" hasCustomPrompt="1"/>
          </p:nvPr>
        </p:nvSpPr>
        <p:spPr>
          <a:xfrm>
            <a:off x="6324600" y="1399032"/>
            <a:ext cx="5410199"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6" name="Content Right Top"/>
          <p:cNvSpPr>
            <a:spLocks noGrp="1"/>
          </p:cNvSpPr>
          <p:nvPr>
            <p:ph sz="quarter" idx="12"/>
          </p:nvPr>
        </p:nvSpPr>
        <p:spPr>
          <a:xfrm>
            <a:off x="6324600" y="1883664"/>
            <a:ext cx="5410199" cy="191109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Heading Left Bottom"/>
          <p:cNvSpPr>
            <a:spLocks noGrp="1"/>
          </p:cNvSpPr>
          <p:nvPr>
            <p:ph type="body" idx="15" hasCustomPrompt="1"/>
          </p:nvPr>
        </p:nvSpPr>
        <p:spPr>
          <a:xfrm>
            <a:off x="457200" y="4005072"/>
            <a:ext cx="54102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8" name="Content Left Bottom"/>
          <p:cNvSpPr>
            <a:spLocks noGrp="1"/>
          </p:cNvSpPr>
          <p:nvPr>
            <p:ph sz="quarter" idx="14"/>
          </p:nvPr>
        </p:nvSpPr>
        <p:spPr>
          <a:xfrm>
            <a:off x="457200" y="4489704"/>
            <a:ext cx="5410200" cy="191109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Heading Right Bottom"/>
          <p:cNvSpPr>
            <a:spLocks noGrp="1"/>
          </p:cNvSpPr>
          <p:nvPr>
            <p:ph type="body" idx="17" hasCustomPrompt="1"/>
          </p:nvPr>
        </p:nvSpPr>
        <p:spPr>
          <a:xfrm>
            <a:off x="6324600" y="4005072"/>
            <a:ext cx="5410199"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10" name="Content Right Bottom"/>
          <p:cNvSpPr>
            <a:spLocks noGrp="1"/>
          </p:cNvSpPr>
          <p:nvPr>
            <p:ph sz="quarter" idx="16"/>
          </p:nvPr>
        </p:nvSpPr>
        <p:spPr>
          <a:xfrm>
            <a:off x="6324600" y="4489704"/>
            <a:ext cx="5410199" cy="191109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2110373561"/>
      </p:ext>
    </p:extLst>
  </p:cSld>
  <p:clrMapOvr>
    <a:masterClrMapping/>
  </p:clrMapOvr>
  <p:extLst>
    <p:ext uri="{DCECCB84-F9BA-43D5-87BE-67443E8EF086}">
      <p15:sldGuideLst xmlns:p15="http://schemas.microsoft.com/office/powerpoint/2012/main">
        <p15:guide id="7" orient="horz" pos="880">
          <p15:clr>
            <a:srgbClr val="FBAE40"/>
          </p15:clr>
        </p15:guide>
        <p15:guide id="10" pos="3984">
          <p15:clr>
            <a:srgbClr val="FBAE40"/>
          </p15:clr>
        </p15:guide>
        <p15:guide id="14" pos="3696">
          <p15:clr>
            <a:srgbClr val="FBAE40"/>
          </p15:clr>
        </p15:guide>
        <p15:guide id="15" orient="horz" pos="1184">
          <p15:clr>
            <a:srgbClr val="FBAE40"/>
          </p15:clr>
        </p15:guide>
        <p15:guide id="17" orient="horz" pos="2832">
          <p15:clr>
            <a:srgbClr val="FBAE40"/>
          </p15:clr>
        </p15:guide>
        <p15:guide id="18" orient="horz" pos="252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6 textboxes with heading">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p>
        </p:txBody>
      </p:sp>
      <p:sp>
        <p:nvSpPr>
          <p:cNvPr id="3" name="Heading Left Top"/>
          <p:cNvSpPr>
            <a:spLocks noGrp="1"/>
          </p:cNvSpPr>
          <p:nvPr>
            <p:ph type="body" idx="10" hasCustomPrompt="1"/>
          </p:nvPr>
        </p:nvSpPr>
        <p:spPr>
          <a:xfrm>
            <a:off x="457200" y="1399032"/>
            <a:ext cx="34544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4" name="Content Left Top"/>
          <p:cNvSpPr>
            <a:spLocks noGrp="1"/>
          </p:cNvSpPr>
          <p:nvPr>
            <p:ph sz="quarter" idx="11"/>
          </p:nvPr>
        </p:nvSpPr>
        <p:spPr>
          <a:xfrm>
            <a:off x="457200" y="1883664"/>
            <a:ext cx="3454400" cy="191109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Heading Middle Top"/>
          <p:cNvSpPr>
            <a:spLocks noGrp="1"/>
          </p:cNvSpPr>
          <p:nvPr>
            <p:ph type="body" idx="13" hasCustomPrompt="1"/>
          </p:nvPr>
        </p:nvSpPr>
        <p:spPr>
          <a:xfrm>
            <a:off x="4368799" y="1399032"/>
            <a:ext cx="34544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6" name="Content Middle Top"/>
          <p:cNvSpPr>
            <a:spLocks noGrp="1"/>
          </p:cNvSpPr>
          <p:nvPr>
            <p:ph sz="quarter" idx="12"/>
          </p:nvPr>
        </p:nvSpPr>
        <p:spPr>
          <a:xfrm>
            <a:off x="4368799" y="1883664"/>
            <a:ext cx="3454400" cy="191109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Heading Right Top"/>
          <p:cNvSpPr>
            <a:spLocks noGrp="1"/>
          </p:cNvSpPr>
          <p:nvPr>
            <p:ph type="body" idx="15" hasCustomPrompt="1"/>
          </p:nvPr>
        </p:nvSpPr>
        <p:spPr>
          <a:xfrm>
            <a:off x="8280400" y="1399032"/>
            <a:ext cx="34544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8" name="Content Right Top"/>
          <p:cNvSpPr>
            <a:spLocks noGrp="1"/>
          </p:cNvSpPr>
          <p:nvPr>
            <p:ph sz="quarter" idx="14"/>
          </p:nvPr>
        </p:nvSpPr>
        <p:spPr>
          <a:xfrm>
            <a:off x="8280400" y="1883664"/>
            <a:ext cx="3454400" cy="191109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Heading Left Bottom"/>
          <p:cNvSpPr>
            <a:spLocks noGrp="1"/>
          </p:cNvSpPr>
          <p:nvPr>
            <p:ph type="body" idx="17" hasCustomPrompt="1"/>
          </p:nvPr>
        </p:nvSpPr>
        <p:spPr>
          <a:xfrm>
            <a:off x="457200" y="4005072"/>
            <a:ext cx="34544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10" name="Content Left Bottom"/>
          <p:cNvSpPr>
            <a:spLocks noGrp="1"/>
          </p:cNvSpPr>
          <p:nvPr>
            <p:ph sz="quarter" idx="16"/>
          </p:nvPr>
        </p:nvSpPr>
        <p:spPr>
          <a:xfrm>
            <a:off x="457200" y="4489704"/>
            <a:ext cx="3454400" cy="191109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Heading Middle Bottom"/>
          <p:cNvSpPr>
            <a:spLocks noGrp="1"/>
          </p:cNvSpPr>
          <p:nvPr>
            <p:ph type="body" idx="19" hasCustomPrompt="1"/>
          </p:nvPr>
        </p:nvSpPr>
        <p:spPr>
          <a:xfrm>
            <a:off x="4368799" y="4005072"/>
            <a:ext cx="34544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12" name="Content Middle Bottom"/>
          <p:cNvSpPr>
            <a:spLocks noGrp="1"/>
          </p:cNvSpPr>
          <p:nvPr>
            <p:ph sz="quarter" idx="18"/>
          </p:nvPr>
        </p:nvSpPr>
        <p:spPr>
          <a:xfrm>
            <a:off x="4368799" y="4489704"/>
            <a:ext cx="3454400" cy="191109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Heading Right Bottom"/>
          <p:cNvSpPr>
            <a:spLocks noGrp="1"/>
          </p:cNvSpPr>
          <p:nvPr>
            <p:ph type="body" idx="21" hasCustomPrompt="1"/>
          </p:nvPr>
        </p:nvSpPr>
        <p:spPr>
          <a:xfrm>
            <a:off x="8280400" y="4005072"/>
            <a:ext cx="34544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14" name="Content Right Bottom"/>
          <p:cNvSpPr>
            <a:spLocks noGrp="1"/>
          </p:cNvSpPr>
          <p:nvPr>
            <p:ph sz="quarter" idx="20"/>
          </p:nvPr>
        </p:nvSpPr>
        <p:spPr>
          <a:xfrm>
            <a:off x="8280400" y="4489704"/>
            <a:ext cx="3454400" cy="191109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2362591851"/>
      </p:ext>
    </p:extLst>
  </p:cSld>
  <p:clrMapOvr>
    <a:masterClrMapping/>
  </p:clrMapOvr>
  <p:extLst>
    <p:ext uri="{DCECCB84-F9BA-43D5-87BE-67443E8EF086}">
      <p15:sldGuideLst xmlns:p15="http://schemas.microsoft.com/office/powerpoint/2012/main">
        <p15:guide id="12" pos="2752">
          <p15:clr>
            <a:srgbClr val="FBAE40"/>
          </p15:clr>
        </p15:guide>
        <p15:guide id="14" pos="5216">
          <p15:clr>
            <a:srgbClr val="FBAE40"/>
          </p15:clr>
        </p15:guide>
        <p15:guide id="18" pos="2464">
          <p15:clr>
            <a:srgbClr val="FBAE40"/>
          </p15:clr>
        </p15:guide>
        <p15:guide id="20" pos="4928">
          <p15:clr>
            <a:srgbClr val="FBAE40"/>
          </p15:clr>
        </p15:guide>
        <p15:guide id="21" orient="horz" pos="2520">
          <p15:clr>
            <a:srgbClr val="FBAE40"/>
          </p15:clr>
        </p15:guide>
        <p15:guide id="24" orient="horz" pos="880">
          <p15:clr>
            <a:srgbClr val="FBAE40"/>
          </p15:clr>
        </p15:guide>
        <p15:guide id="25" orient="horz" pos="1184">
          <p15:clr>
            <a:srgbClr val="FBAE40"/>
          </p15:clr>
        </p15:guide>
        <p15:guide id="27" orient="horz" pos="2832">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V - bio with photo">
    <p:spTree>
      <p:nvGrpSpPr>
        <p:cNvPr id="1" name=""/>
        <p:cNvGrpSpPr/>
        <p:nvPr/>
      </p:nvGrpSpPr>
      <p:grpSpPr>
        <a:xfrm>
          <a:off x="0" y="0"/>
          <a:ext cx="0" cy="0"/>
          <a:chOff x="0" y="0"/>
          <a:chExt cx="0" cy="0"/>
        </a:xfrm>
      </p:grpSpPr>
      <p:cxnSp>
        <p:nvCxnSpPr>
          <p:cNvPr id="8" name="Line"/>
          <p:cNvCxnSpPr/>
          <p:nvPr userDrawn="1"/>
        </p:nvCxnSpPr>
        <p:spPr>
          <a:xfrm>
            <a:off x="3911600" y="0"/>
            <a:ext cx="0" cy="6858000"/>
          </a:xfrm>
          <a:prstGeom prst="line">
            <a:avLst/>
          </a:prstGeom>
          <a:ln w="19050">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Title"/>
          <p:cNvSpPr>
            <a:spLocks noGrp="1"/>
          </p:cNvSpPr>
          <p:nvPr>
            <p:ph type="title" hasCustomPrompt="1"/>
          </p:nvPr>
        </p:nvSpPr>
        <p:spPr>
          <a:xfrm>
            <a:off x="457200" y="4114800"/>
            <a:ext cx="2997200" cy="734155"/>
          </a:xfrm>
        </p:spPr>
        <p:txBody>
          <a:bodyPr anchor="b">
            <a:noAutofit/>
          </a:bodyPr>
          <a:lstStyle>
            <a:lvl1pPr algn="ctr">
              <a:defRPr sz="2400"/>
            </a:lvl1pPr>
          </a:lstStyle>
          <a:p>
            <a:r>
              <a:rPr lang="en-GB"/>
              <a:t>Name</a:t>
            </a:r>
          </a:p>
        </p:txBody>
      </p:sp>
      <p:sp>
        <p:nvSpPr>
          <p:cNvPr id="5" name="Role"/>
          <p:cNvSpPr>
            <a:spLocks noGrp="1"/>
          </p:cNvSpPr>
          <p:nvPr>
            <p:ph type="body" sz="quarter" idx="10" hasCustomPrompt="1"/>
          </p:nvPr>
        </p:nvSpPr>
        <p:spPr>
          <a:xfrm>
            <a:off x="457200" y="4848955"/>
            <a:ext cx="2997200" cy="429768"/>
          </a:xfrm>
        </p:spPr>
        <p:txBody>
          <a:bodyPr/>
          <a:lstStyle>
            <a:lvl1pPr marL="0" indent="0" algn="ctr">
              <a:spcBef>
                <a:spcPts val="0"/>
              </a:spcBef>
              <a:buFont typeface="Arial" panose="020B0604020202020204" pitchFamily="34" charset="0"/>
              <a:buChar char="​"/>
              <a:defRPr sz="1400" b="0">
                <a:solidFill>
                  <a:schemeClr val="tx1"/>
                </a:solidFill>
              </a:defRPr>
            </a:lvl1pPr>
            <a:lvl2pPr marL="0" indent="0" algn="ctr">
              <a:spcBef>
                <a:spcPts val="0"/>
              </a:spcBef>
              <a:buFont typeface="Arial" panose="020B0604020202020204" pitchFamily="34" charset="0"/>
              <a:buChar char="​"/>
              <a:defRPr sz="1400">
                <a:solidFill>
                  <a:schemeClr val="tx1"/>
                </a:solidFill>
              </a:defRPr>
            </a:lvl2pPr>
            <a:lvl3pPr marL="0" indent="0" algn="ctr">
              <a:spcBef>
                <a:spcPts val="0"/>
              </a:spcBef>
              <a:buFont typeface="Arial" panose="020B0604020202020204" pitchFamily="34" charset="0"/>
              <a:buChar char="​"/>
              <a:defRPr sz="1400">
                <a:solidFill>
                  <a:schemeClr val="tx1"/>
                </a:solidFill>
              </a:defRPr>
            </a:lvl3pPr>
            <a:lvl4pPr marL="0" indent="0" algn="ctr">
              <a:spcBef>
                <a:spcPts val="0"/>
              </a:spcBef>
              <a:buFont typeface="Arial" panose="020B0604020202020204" pitchFamily="34" charset="0"/>
              <a:buChar char="​"/>
              <a:defRPr sz="1400">
                <a:solidFill>
                  <a:schemeClr val="tx1"/>
                </a:solidFill>
              </a:defRPr>
            </a:lvl4pPr>
            <a:lvl5pPr marL="0" indent="0" algn="ctr">
              <a:spcBef>
                <a:spcPts val="0"/>
              </a:spcBef>
              <a:buFont typeface="Arial" panose="020B0604020202020204" pitchFamily="34" charset="0"/>
              <a:buChar char="​"/>
              <a:defRPr sz="1400">
                <a:solidFill>
                  <a:schemeClr val="tx1"/>
                </a:solidFill>
              </a:defRPr>
            </a:lvl5pPr>
            <a:lvl6pPr marL="0" indent="0" algn="ctr">
              <a:spcBef>
                <a:spcPts val="0"/>
              </a:spcBef>
              <a:buFont typeface="Arial" panose="020B0604020202020204" pitchFamily="34" charset="0"/>
              <a:buChar char="​"/>
              <a:defRPr sz="1400">
                <a:solidFill>
                  <a:schemeClr val="tx1"/>
                </a:solidFill>
              </a:defRPr>
            </a:lvl6pPr>
            <a:lvl7pPr marL="0" indent="0" algn="ctr">
              <a:spcBef>
                <a:spcPts val="0"/>
              </a:spcBef>
              <a:buFont typeface="Arial" panose="020B0604020202020204" pitchFamily="34" charset="0"/>
              <a:buChar char="​"/>
              <a:defRPr sz="1400">
                <a:solidFill>
                  <a:schemeClr val="tx1"/>
                </a:solidFill>
              </a:defRPr>
            </a:lvl7pPr>
            <a:lvl8pPr marL="0" indent="0" algn="ctr">
              <a:spcBef>
                <a:spcPts val="0"/>
              </a:spcBef>
              <a:buFont typeface="Arial" panose="020B0604020202020204" pitchFamily="34" charset="0"/>
              <a:buChar char="​"/>
              <a:defRPr sz="1400">
                <a:solidFill>
                  <a:schemeClr val="tx1"/>
                </a:solidFill>
              </a:defRPr>
            </a:lvl8pPr>
            <a:lvl9pPr marL="0" indent="0" algn="ctr">
              <a:spcBef>
                <a:spcPts val="0"/>
              </a:spcBef>
              <a:buFont typeface="Arial" panose="020B0604020202020204" pitchFamily="34" charset="0"/>
              <a:buChar char="​"/>
              <a:defRPr sz="1400">
                <a:solidFill>
                  <a:schemeClr val="tx1"/>
                </a:solidFill>
              </a:defRPr>
            </a:lvl9pPr>
          </a:lstStyle>
          <a:p>
            <a:pPr lvl="0"/>
            <a:r>
              <a:rPr lang="en-GB"/>
              <a:t>Role &amp; Position</a:t>
            </a:r>
          </a:p>
        </p:txBody>
      </p:sp>
      <p:sp>
        <p:nvSpPr>
          <p:cNvPr id="7" name="Headshot"/>
          <p:cNvSpPr>
            <a:spLocks noGrp="1" noChangeAspect="1"/>
          </p:cNvSpPr>
          <p:nvPr>
            <p:ph type="pic" sz="quarter" idx="20" hasCustomPrompt="1"/>
          </p:nvPr>
        </p:nvSpPr>
        <p:spPr>
          <a:xfrm>
            <a:off x="457200" y="786128"/>
            <a:ext cx="2997200" cy="2997200"/>
          </a:xfrm>
          <a:prstGeom prst="ellipse">
            <a:avLst/>
          </a:prstGeom>
          <a:solidFill>
            <a:srgbClr val="F0F0F0"/>
          </a:solidFill>
        </p:spPr>
        <p:txBody>
          <a:bodyPr tIns="868680" anchor="ctr"/>
          <a:lstStyle>
            <a:lvl1pPr marL="0" indent="0" algn="ctr">
              <a:buNone/>
              <a:defRPr sz="1400">
                <a:solidFill>
                  <a:schemeClr val="tx1"/>
                </a:solidFill>
              </a:defRPr>
            </a:lvl1pPr>
          </a:lstStyle>
          <a:p>
            <a:r>
              <a:rPr lang="en-GB"/>
              <a:t>Click icon to add headshot</a:t>
            </a:r>
          </a:p>
        </p:txBody>
      </p:sp>
      <p:sp>
        <p:nvSpPr>
          <p:cNvPr id="6" name="Content"/>
          <p:cNvSpPr>
            <a:spLocks noGrp="1"/>
          </p:cNvSpPr>
          <p:nvPr>
            <p:ph type="body" sz="quarter" idx="11"/>
          </p:nvPr>
        </p:nvSpPr>
        <p:spPr>
          <a:xfrm>
            <a:off x="4368799" y="381000"/>
            <a:ext cx="7366000" cy="6019800"/>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493046330"/>
      </p:ext>
    </p:extLst>
  </p:cSld>
  <p:clrMapOvr>
    <a:masterClrMapping/>
  </p:clrMapOvr>
  <p:extLst>
    <p:ext uri="{DCECCB84-F9BA-43D5-87BE-67443E8EF086}">
      <p15:sldGuideLst xmlns:p15="http://schemas.microsoft.com/office/powerpoint/2012/main">
        <p15:guide id="2" pos="217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One pager credential">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p>
        </p:txBody>
      </p:sp>
      <p:sp>
        <p:nvSpPr>
          <p:cNvPr id="10" name="Impact"/>
          <p:cNvSpPr>
            <a:spLocks noGrp="1"/>
          </p:cNvSpPr>
          <p:nvPr>
            <p:ph type="body" sz="quarter" idx="16" hasCustomPrompt="1"/>
          </p:nvPr>
        </p:nvSpPr>
        <p:spPr>
          <a:xfrm>
            <a:off x="0" y="1399033"/>
            <a:ext cx="12192000" cy="1080135"/>
          </a:xfrm>
          <a:solidFill>
            <a:schemeClr val="accent1"/>
          </a:solidFill>
        </p:spPr>
        <p:txBody>
          <a:bodyPr lIns="457200" tIns="45720" rIns="457200" bIns="45720" anchor="ctr"/>
          <a:lstStyle>
            <a:lvl1pPr marL="0" indent="0">
              <a:spcBef>
                <a:spcPts val="0"/>
              </a:spcBef>
              <a:spcAft>
                <a:spcPts val="0"/>
              </a:spcAft>
              <a:buFont typeface="Arial" panose="020B0604020202020204" pitchFamily="34" charset="0"/>
              <a:buChar char="​"/>
              <a:defRPr sz="2000">
                <a:solidFill>
                  <a:schemeClr val="bg1"/>
                </a:solidFill>
              </a:defRPr>
            </a:lvl1pPr>
            <a:lvl2pPr marL="0" indent="0">
              <a:spcBef>
                <a:spcPts val="0"/>
              </a:spcBef>
              <a:spcAft>
                <a:spcPts val="0"/>
              </a:spcAft>
              <a:buFont typeface="Arial" panose="020B0604020202020204" pitchFamily="34" charset="0"/>
              <a:buChar char="​"/>
              <a:defRPr sz="2000">
                <a:solidFill>
                  <a:schemeClr val="bg1"/>
                </a:solidFill>
              </a:defRPr>
            </a:lvl2pPr>
            <a:lvl3pPr marL="0" indent="0">
              <a:spcBef>
                <a:spcPts val="0"/>
              </a:spcBef>
              <a:spcAft>
                <a:spcPts val="0"/>
              </a:spcAft>
              <a:buFont typeface="Arial" panose="020B0604020202020204" pitchFamily="34" charset="0"/>
              <a:buChar char="​"/>
              <a:defRPr sz="2000">
                <a:solidFill>
                  <a:schemeClr val="bg1"/>
                </a:solidFill>
              </a:defRPr>
            </a:lvl3pPr>
            <a:lvl4pPr marL="0" indent="0">
              <a:spcBef>
                <a:spcPts val="0"/>
              </a:spcBef>
              <a:spcAft>
                <a:spcPts val="0"/>
              </a:spcAft>
              <a:buFont typeface="Arial" panose="020B0604020202020204" pitchFamily="34" charset="0"/>
              <a:buChar char="​"/>
              <a:defRPr sz="2000">
                <a:solidFill>
                  <a:schemeClr val="bg1"/>
                </a:solidFill>
              </a:defRPr>
            </a:lvl4pPr>
            <a:lvl5pPr marL="0" indent="0">
              <a:spcBef>
                <a:spcPts val="0"/>
              </a:spcBef>
              <a:spcAft>
                <a:spcPts val="0"/>
              </a:spcAft>
              <a:buFont typeface="Arial" panose="020B0604020202020204" pitchFamily="34" charset="0"/>
              <a:buChar char="​"/>
              <a:defRPr sz="2000">
                <a:solidFill>
                  <a:schemeClr val="bg1"/>
                </a:solidFill>
              </a:defRPr>
            </a:lvl5pPr>
            <a:lvl6pPr marL="0" indent="0">
              <a:spcBef>
                <a:spcPts val="0"/>
              </a:spcBef>
              <a:spcAft>
                <a:spcPts val="0"/>
              </a:spcAft>
              <a:buFont typeface="Arial" panose="020B0604020202020204" pitchFamily="34" charset="0"/>
              <a:buChar char="​"/>
              <a:defRPr sz="2000">
                <a:solidFill>
                  <a:schemeClr val="bg1"/>
                </a:solidFill>
              </a:defRPr>
            </a:lvl6pPr>
            <a:lvl7pPr marL="0" indent="0">
              <a:spcBef>
                <a:spcPts val="0"/>
              </a:spcBef>
              <a:spcAft>
                <a:spcPts val="0"/>
              </a:spcAft>
              <a:buFont typeface="Arial" panose="020B0604020202020204" pitchFamily="34" charset="0"/>
              <a:buChar char="​"/>
              <a:defRPr sz="2000">
                <a:solidFill>
                  <a:schemeClr val="bg1"/>
                </a:solidFill>
              </a:defRPr>
            </a:lvl7pPr>
            <a:lvl8pPr marL="0" indent="0">
              <a:spcBef>
                <a:spcPts val="0"/>
              </a:spcBef>
              <a:spcAft>
                <a:spcPts val="0"/>
              </a:spcAft>
              <a:buFont typeface="Arial" panose="020B0604020202020204" pitchFamily="34" charset="0"/>
              <a:buChar char="​"/>
              <a:defRPr sz="2000">
                <a:solidFill>
                  <a:schemeClr val="bg1"/>
                </a:solidFill>
              </a:defRPr>
            </a:lvl8pPr>
            <a:lvl9pPr marL="0" indent="0">
              <a:spcBef>
                <a:spcPts val="0"/>
              </a:spcBef>
              <a:spcAft>
                <a:spcPts val="0"/>
              </a:spcAft>
              <a:buFont typeface="Arial" panose="020B0604020202020204" pitchFamily="34" charset="0"/>
              <a:buChar char="​"/>
              <a:defRPr sz="2000">
                <a:solidFill>
                  <a:schemeClr val="bg1"/>
                </a:solidFill>
              </a:defRPr>
            </a:lvl9pPr>
          </a:lstStyle>
          <a:p>
            <a:pPr lvl="0"/>
            <a:r>
              <a:rPr lang="en-GB"/>
              <a:t>Insert impact statements here (alternatively change background </a:t>
            </a:r>
            <a:r>
              <a:rPr lang="en-GB" err="1"/>
              <a:t>color</a:t>
            </a:r>
            <a:r>
              <a:rPr lang="en-GB"/>
              <a:t>)</a:t>
            </a:r>
          </a:p>
        </p:txBody>
      </p:sp>
      <p:sp>
        <p:nvSpPr>
          <p:cNvPr id="3" name="Heading Left"/>
          <p:cNvSpPr>
            <a:spLocks noGrp="1"/>
          </p:cNvSpPr>
          <p:nvPr>
            <p:ph type="body" idx="10" hasCustomPrompt="1"/>
          </p:nvPr>
        </p:nvSpPr>
        <p:spPr>
          <a:xfrm>
            <a:off x="457200" y="2703194"/>
            <a:ext cx="3454400" cy="215444"/>
          </a:xfrm>
        </p:spPr>
        <p:txBody>
          <a:bodyPr>
            <a:noAutofit/>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p:txBody>
      </p:sp>
      <p:sp>
        <p:nvSpPr>
          <p:cNvPr id="4" name="Content Left"/>
          <p:cNvSpPr>
            <a:spLocks noGrp="1"/>
          </p:cNvSpPr>
          <p:nvPr>
            <p:ph type="body" sz="half" idx="11"/>
          </p:nvPr>
        </p:nvSpPr>
        <p:spPr>
          <a:xfrm>
            <a:off x="457200" y="3063236"/>
            <a:ext cx="3454400" cy="3337564"/>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Heading Middle"/>
          <p:cNvSpPr>
            <a:spLocks noGrp="1"/>
          </p:cNvSpPr>
          <p:nvPr>
            <p:ph type="body" sz="quarter" idx="13" hasCustomPrompt="1"/>
          </p:nvPr>
        </p:nvSpPr>
        <p:spPr>
          <a:xfrm>
            <a:off x="4368799" y="2703194"/>
            <a:ext cx="3454400" cy="215444"/>
          </a:xfrm>
        </p:spPr>
        <p:txBody>
          <a:bodyPr>
            <a:noAutofit/>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p:txBody>
      </p:sp>
      <p:sp>
        <p:nvSpPr>
          <p:cNvPr id="6" name="Content Middle"/>
          <p:cNvSpPr>
            <a:spLocks noGrp="1"/>
          </p:cNvSpPr>
          <p:nvPr>
            <p:ph type="body" sz="quarter" idx="12"/>
          </p:nvPr>
        </p:nvSpPr>
        <p:spPr>
          <a:xfrm>
            <a:off x="4368799" y="3063239"/>
            <a:ext cx="3454400" cy="3337561"/>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Heading Right"/>
          <p:cNvSpPr>
            <a:spLocks noGrp="1"/>
          </p:cNvSpPr>
          <p:nvPr>
            <p:ph type="body" sz="quarter" idx="15" hasCustomPrompt="1"/>
          </p:nvPr>
        </p:nvSpPr>
        <p:spPr>
          <a:xfrm>
            <a:off x="8280400" y="2703194"/>
            <a:ext cx="3454400" cy="215444"/>
          </a:xfrm>
        </p:spPr>
        <p:txBody>
          <a:bodyPr>
            <a:noAutofit/>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p:txBody>
      </p:sp>
      <p:sp>
        <p:nvSpPr>
          <p:cNvPr id="8" name="Content Right"/>
          <p:cNvSpPr>
            <a:spLocks noGrp="1"/>
          </p:cNvSpPr>
          <p:nvPr>
            <p:ph type="body" sz="quarter" idx="14"/>
          </p:nvPr>
        </p:nvSpPr>
        <p:spPr>
          <a:xfrm>
            <a:off x="8280400" y="3063239"/>
            <a:ext cx="3454400" cy="3337561"/>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2108675005"/>
      </p:ext>
    </p:extLst>
  </p:cSld>
  <p:clrMapOvr>
    <a:masterClrMapping/>
  </p:clrMapOvr>
  <p:extLst>
    <p:ext uri="{DCECCB84-F9BA-43D5-87BE-67443E8EF086}">
      <p15:sldGuideLst xmlns:p15="http://schemas.microsoft.com/office/powerpoint/2012/main">
        <p15:guide id="15" pos="2464">
          <p15:clr>
            <a:srgbClr val="FBAE40"/>
          </p15:clr>
        </p15:guide>
        <p15:guide id="16" pos="2752">
          <p15:clr>
            <a:srgbClr val="FBAE40"/>
          </p15:clr>
        </p15:guide>
        <p15:guide id="17" pos="4928">
          <p15:clr>
            <a:srgbClr val="FBAE40"/>
          </p15:clr>
        </p15:guide>
        <p15:guide id="18" pos="5216">
          <p15:clr>
            <a:srgbClr val="FBAE40"/>
          </p15:clr>
        </p15:guide>
        <p15:guide id="20" orient="horz" pos="880">
          <p15:clr>
            <a:srgbClr val="FBAE40"/>
          </p15:clr>
        </p15:guide>
        <p15:guide id="21" orient="horz" pos="1560">
          <p15:clr>
            <a:srgbClr val="FBAE40"/>
          </p15:clr>
        </p15:guide>
        <p15:guide id="24" orient="horz" pos="170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ntents">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p>
            <a:r>
              <a:rPr lang="en-GB"/>
              <a:t>Contents</a:t>
            </a:r>
          </a:p>
        </p:txBody>
      </p:sp>
    </p:spTree>
    <p:extLst>
      <p:ext uri="{BB962C8B-B14F-4D97-AF65-F5344CB8AC3E}">
        <p14:creationId xmlns:p14="http://schemas.microsoft.com/office/powerpoint/2010/main" val="2887604828"/>
      </p:ext>
    </p:extLst>
  </p:cSld>
  <p:clrMapOvr>
    <a:masterClrMapping/>
  </p:clrMapOvr>
  <p:extLst>
    <p:ext uri="{DCECCB84-F9BA-43D5-87BE-67443E8EF086}">
      <p15:sldGuideLst xmlns:p15="http://schemas.microsoft.com/office/powerpoint/2012/main">
        <p15:guide id="1" orient="horz" pos="88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fidentiality">
    <p:spTree>
      <p:nvGrpSpPr>
        <p:cNvPr id="1" name=""/>
        <p:cNvGrpSpPr/>
        <p:nvPr/>
      </p:nvGrpSpPr>
      <p:grpSpPr>
        <a:xfrm>
          <a:off x="0" y="0"/>
          <a:ext cx="0" cy="0"/>
          <a:chOff x="0" y="0"/>
          <a:chExt cx="0" cy="0"/>
        </a:xfrm>
      </p:grpSpPr>
      <p:graphicFrame>
        <p:nvGraphicFramePr>
          <p:cNvPr id="9" name="DTP_Confidentiality"/>
          <p:cNvGraphicFramePr>
            <a:graphicFrameLocks noGrp="1"/>
          </p:cNvGraphicFramePr>
          <p:nvPr userDrawn="1">
            <p:extLst>
              <p:ext uri="{D42A27DB-BD31-4B8C-83A1-F6EECF244321}">
                <p14:modId xmlns:p14="http://schemas.microsoft.com/office/powerpoint/2010/main" val="2511821090"/>
              </p:ext>
            </p:extLst>
          </p:nvPr>
        </p:nvGraphicFramePr>
        <p:xfrm>
          <a:off x="457200" y="2598420"/>
          <a:ext cx="9321800" cy="1661160"/>
        </p:xfrm>
        <a:graphic>
          <a:graphicData uri="http://schemas.openxmlformats.org/drawingml/2006/table">
            <a:tbl>
              <a:tblPr/>
              <a:tblGrid>
                <a:gridCol w="9321800">
                  <a:extLst>
                    <a:ext uri="{9D8B030D-6E8A-4147-A177-3AD203B41FA5}">
                      <a16:colId xmlns:a16="http://schemas.microsoft.com/office/drawing/2014/main" val="20000"/>
                    </a:ext>
                  </a:extLst>
                </a:gridCol>
              </a:tblGrid>
              <a:tr h="365760">
                <a:tc>
                  <a:txBody>
                    <a:bodyPr/>
                    <a:lstStyle/>
                    <a:p>
                      <a:pPr marL="0" marR="0" lvl="0" indent="0" algn="l" defTabSz="914400" rtl="0" eaLnBrk="1" fontAlgn="base" latinLnBrk="0" hangingPunct="1">
                        <a:lnSpc>
                          <a:spcPct val="100000"/>
                        </a:lnSpc>
                        <a:spcBef>
                          <a:spcPts val="0"/>
                        </a:spcBef>
                        <a:spcAft>
                          <a:spcPct val="0"/>
                        </a:spcAft>
                        <a:buClrTx/>
                        <a:buSzTx/>
                        <a:buFontTx/>
                        <a:buNone/>
                        <a:tabLst/>
                      </a:pPr>
                      <a:r>
                        <a:rPr lang="en-GB" sz="2400" b="1" cap="none">
                          <a:ln>
                            <a:noFill/>
                          </a:ln>
                          <a:solidFill>
                            <a:schemeClr val="tx1"/>
                          </a:solidFill>
                          <a:effectLst/>
                          <a:latin typeface="+mj-lt"/>
                          <a:ea typeface="+mj-ea"/>
                          <a:cs typeface="+mj-cs"/>
                        </a:rPr>
                        <a:t>CONFIDENTIALITY</a:t>
                      </a:r>
                    </a:p>
                  </a:txBody>
                  <a:tcPr marL="0" marR="0" marT="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0">
                <a:tc>
                  <a:txBody>
                    <a:bodyPr/>
                    <a:lstStyle/>
                    <a:p>
                      <a:pPr marL="0" marR="0" lvl="0" indent="0" algn="l" defTabSz="914400" rtl="0" eaLnBrk="1" fontAlgn="base" latinLnBrk="0" hangingPunct="1">
                        <a:lnSpc>
                          <a:spcPct val="100000"/>
                        </a:lnSpc>
                        <a:spcBef>
                          <a:spcPts val="600"/>
                        </a:spcBef>
                        <a:spcAft>
                          <a:spcPts val="0"/>
                        </a:spcAft>
                        <a:buClrTx/>
                        <a:buSzPct val="100000"/>
                        <a:buNone/>
                        <a:tabLst/>
                      </a:pPr>
                      <a:r>
                        <a:rPr lang="en-US" sz="1200">
                          <a:ln>
                            <a:noFill/>
                          </a:ln>
                          <a:solidFill>
                            <a:schemeClr val="tx1"/>
                          </a:solidFill>
                          <a:effectLst/>
                          <a:latin typeface="+mn-lt"/>
                          <a:ea typeface="+mn-ea"/>
                          <a:cs typeface="+mn-cs"/>
                        </a:rPr>
                        <a:t>Our clients’ industries are extremely competitive, and the maintenance of confidentiality with respect to our clients’ plans and data is critical. Oliver Wyman rigorously applies internal confidentiality practices to protect the confidentiality of all client information.
Similarly, our industry is very competitive. We view our approaches and insights as proprietary and therefore look to our clients to protect our interests in our proposals, presentations, methodologies, and analytical techniques. Under no circumstances should this material be shared with any third party without the prior written consent of Oliver Wyman.
© Oliver Wyman</a:t>
                      </a:r>
                      <a:endParaRPr lang="en-GB" sz="1200">
                        <a:ln>
                          <a:noFill/>
                        </a:ln>
                        <a:solidFill>
                          <a:schemeClr val="tx1"/>
                        </a:solidFill>
                        <a:effectLst/>
                        <a:latin typeface="+mn-lt"/>
                        <a:ea typeface="+mn-ea"/>
                        <a:cs typeface="+mn-cs"/>
                      </a:endParaRPr>
                    </a:p>
                  </a:txBody>
                  <a:tcPr marL="0" marR="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38896675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Qualification">
    <p:spTree>
      <p:nvGrpSpPr>
        <p:cNvPr id="1" name=""/>
        <p:cNvGrpSpPr/>
        <p:nvPr/>
      </p:nvGrpSpPr>
      <p:grpSpPr>
        <a:xfrm>
          <a:off x="0" y="0"/>
          <a:ext cx="0" cy="0"/>
          <a:chOff x="0" y="0"/>
          <a:chExt cx="0" cy="0"/>
        </a:xfrm>
      </p:grpSpPr>
      <p:graphicFrame>
        <p:nvGraphicFramePr>
          <p:cNvPr id="3" name="TextConfOW-S-"/>
          <p:cNvGraphicFramePr>
            <a:graphicFrameLocks noGrp="1"/>
          </p:cNvGraphicFramePr>
          <p:nvPr userDrawn="1">
            <p:extLst>
              <p:ext uri="{D42A27DB-BD31-4B8C-83A1-F6EECF244321}">
                <p14:modId xmlns:p14="http://schemas.microsoft.com/office/powerpoint/2010/main" val="291662468"/>
              </p:ext>
            </p:extLst>
          </p:nvPr>
        </p:nvGraphicFramePr>
        <p:xfrm>
          <a:off x="457199" y="1828800"/>
          <a:ext cx="9321800" cy="3200400"/>
        </p:xfrm>
        <a:graphic>
          <a:graphicData uri="http://schemas.openxmlformats.org/drawingml/2006/table">
            <a:tbl>
              <a:tblPr/>
              <a:tblGrid>
                <a:gridCol w="9321800">
                  <a:extLst>
                    <a:ext uri="{9D8B030D-6E8A-4147-A177-3AD203B41FA5}">
                      <a16:colId xmlns:a16="http://schemas.microsoft.com/office/drawing/2014/main" val="20000"/>
                    </a:ext>
                  </a:extLst>
                </a:gridCol>
              </a:tblGrid>
              <a:tr h="0">
                <a:tc>
                  <a:txBody>
                    <a:bodyPr/>
                    <a:lstStyle/>
                    <a:p>
                      <a:pPr marL="0" marR="0" lvl="0" indent="0" algn="l" defTabSz="914400" rtl="0" eaLnBrk="1" fontAlgn="base" latinLnBrk="0" hangingPunct="1">
                        <a:lnSpc>
                          <a:spcPct val="100000"/>
                        </a:lnSpc>
                        <a:spcBef>
                          <a:spcPts val="0"/>
                        </a:spcBef>
                        <a:spcAft>
                          <a:spcPct val="0"/>
                        </a:spcAft>
                        <a:buClrTx/>
                        <a:buSzTx/>
                        <a:buFontTx/>
                        <a:buNone/>
                        <a:tabLst/>
                      </a:pPr>
                      <a:r>
                        <a:rPr lang="en-US" sz="2400" b="1" cap="none">
                          <a:ln>
                            <a:noFill/>
                          </a:ln>
                          <a:solidFill>
                            <a:schemeClr val="tx1"/>
                          </a:solidFill>
                          <a:effectLst/>
                          <a:latin typeface="+mj-lt"/>
                          <a:ea typeface="+mj-ea"/>
                          <a:cs typeface="+mj-cs"/>
                        </a:rPr>
                        <a:t>QUALIFICATIONS, ASSUMPTIONS, AND LIMITING CONDITIONS</a:t>
                      </a:r>
                      <a:endParaRPr lang="en-GB" sz="2400" b="1" cap="none">
                        <a:ln>
                          <a:noFill/>
                        </a:ln>
                        <a:solidFill>
                          <a:schemeClr val="tx1"/>
                        </a:solidFill>
                        <a:effectLst/>
                        <a:latin typeface="+mj-lt"/>
                        <a:ea typeface="+mj-ea"/>
                        <a:cs typeface="+mj-cs"/>
                      </a:endParaRPr>
                    </a:p>
                  </a:txBody>
                  <a:tcPr marL="0" marR="0" marT="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0">
                <a:tc>
                  <a:txBody>
                    <a:bodyPr/>
                    <a:lstStyle/>
                    <a:p>
                      <a:pPr marL="0" marR="0" lvl="0" indent="0" algn="l" defTabSz="914400" rtl="0" eaLnBrk="1" fontAlgn="base" latinLnBrk="0" hangingPunct="1">
                        <a:lnSpc>
                          <a:spcPct val="100000"/>
                        </a:lnSpc>
                        <a:spcBef>
                          <a:spcPts val="600"/>
                        </a:spcBef>
                        <a:spcAft>
                          <a:spcPts val="0"/>
                        </a:spcAft>
                        <a:buClrTx/>
                        <a:buSzPct val="100000"/>
                        <a:buNone/>
                        <a:tabLst/>
                      </a:pPr>
                      <a:r>
                        <a:rPr lang="en-US" sz="1200">
                          <a:ln>
                            <a:noFill/>
                          </a:ln>
                          <a:solidFill>
                            <a:schemeClr val="tx1"/>
                          </a:solidFill>
                          <a:effectLst/>
                          <a:latin typeface="+mn-lt"/>
                          <a:ea typeface="+mn-ea"/>
                          <a:cs typeface="+mn-cs"/>
                        </a:rPr>
                        <a:t>This report is for the exclusive use of the Oliver Wyman client named herein. This report is not intended for general circulation or publication, nor is it to be reproduced, quoted, or distributed for any purpose without the prior written permission of Oliver Wyman. There are no third‑party beneficiaries with respect to this report, and Oliver Wyman does not accept any liability to any third party.
Information furnished by others, upon which all or portions of this report are based, is believed to be reliable but has not been independently verified, unless otherwise expressly indicated. Public information and industry and statistical data are from sources we deem to be reliable; however, we make no representation as to the accuracy or completeness of such information. The findings contained in this report may contain predictions based on current data and historical trends. Any such predictions are subject to inherent risks and uncertainties. Oliver Wyman accepts no responsibility for actual results or future events.
The opinions expressed in this report are valid only for the purpose stated herein and as of the date of this report. No obligation is assumed to revise this report to reflect changes, events, or conditions, which occur subsequent to the date hereof.
All decisions in connection with the implementation or use of advice or recommendations contained in this report are the sole responsibility of the client. This report does not represent investment advice nor does it provide an opinion regarding the fairness of any transaction to any and all parties. In addition, this report does not represent legal, medical, accounting, safety, or other specialized advice. For any such advice, Oliver Wyman recommends seeking and obtaining advice from a qualified professional.</a:t>
                      </a:r>
                      <a:endParaRPr lang="en-GB" sz="1200">
                        <a:ln>
                          <a:noFill/>
                        </a:ln>
                        <a:solidFill>
                          <a:schemeClr val="tx1"/>
                        </a:solidFill>
                        <a:effectLst/>
                        <a:latin typeface="+mn-lt"/>
                        <a:ea typeface="+mn-ea"/>
                        <a:cs typeface="+mn-cs"/>
                      </a:endParaRPr>
                    </a:p>
                  </a:txBody>
                  <a:tcPr marL="0" marR="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59143820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Backcover">
    <p:spTree>
      <p:nvGrpSpPr>
        <p:cNvPr id="1" name=""/>
        <p:cNvGrpSpPr/>
        <p:nvPr/>
      </p:nvGrpSpPr>
      <p:grpSpPr>
        <a:xfrm>
          <a:off x="0" y="0"/>
          <a:ext cx="0" cy="0"/>
          <a:chOff x="0" y="0"/>
          <a:chExt cx="0" cy="0"/>
        </a:xfrm>
      </p:grpSpPr>
      <p:pic>
        <p:nvPicPr>
          <p:cNvPr id="4" name="DTP_CompanyLogo_112">
            <a:extLst>
              <a:ext uri="{FF2B5EF4-FFF2-40B4-BE49-F238E27FC236}">
                <a16:creationId xmlns:a16="http://schemas.microsoft.com/office/drawing/2014/main" id="{B2CC4801-8229-7CBF-25F7-42D895CCD6D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869180" y="3194304"/>
            <a:ext cx="2453640" cy="469392"/>
          </a:xfrm>
          <a:prstGeom prst="rect">
            <a:avLst/>
          </a:prstGeom>
        </p:spPr>
      </p:pic>
    </p:spTree>
    <p:extLst>
      <p:ext uri="{BB962C8B-B14F-4D97-AF65-F5344CB8AC3E}">
        <p14:creationId xmlns:p14="http://schemas.microsoft.com/office/powerpoint/2010/main" val="31417031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48155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45470A24-024D-B515-AD37-93E45085613B}"/>
              </a:ext>
            </a:extLst>
          </p:cNvPr>
          <p:cNvGraphicFramePr>
            <a:graphicFrameLocks noChangeAspect="1"/>
          </p:cNvGraphicFramePr>
          <p:nvPr userDrawn="1">
            <p:custDataLst>
              <p:tags r:id="rId30"/>
            </p:custDataLst>
            <p:extLst>
              <p:ext uri="{D42A27DB-BD31-4B8C-83A1-F6EECF244321}">
                <p14:modId xmlns:p14="http://schemas.microsoft.com/office/powerpoint/2010/main" val="22649714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1" imgW="425" imgH="425" progId="TCLayout.ActiveDocument.1">
                  <p:embed/>
                </p:oleObj>
              </mc:Choice>
              <mc:Fallback>
                <p:oleObj name="think-cell Slide" r:id="rId31" imgW="425" imgH="425" progId="TCLayout.ActiveDocument.1">
                  <p:embed/>
                  <p:pic>
                    <p:nvPicPr>
                      <p:cNvPr id="10" name="think-cell data - do not delete" hidden="1">
                        <a:extLst>
                          <a:ext uri="{FF2B5EF4-FFF2-40B4-BE49-F238E27FC236}">
                            <a16:creationId xmlns:a16="http://schemas.microsoft.com/office/drawing/2014/main" id="{45470A24-024D-B515-AD37-93E45085613B}"/>
                          </a:ext>
                        </a:extLst>
                      </p:cNvPr>
                      <p:cNvPicPr/>
                      <p:nvPr/>
                    </p:nvPicPr>
                    <p:blipFill>
                      <a:blip r:embed="rId32"/>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p:nvPr>
        </p:nvSpPr>
        <p:spPr>
          <a:xfrm>
            <a:off x="457200" y="384048"/>
            <a:ext cx="11277600" cy="758952"/>
          </a:xfrm>
          <a:prstGeom prst="rect">
            <a:avLst/>
          </a:prstGeom>
        </p:spPr>
        <p:txBody>
          <a:bodyPr vert="horz" lIns="0" tIns="0" rIns="0" bIns="0" rtlCol="0" anchorCtr="0">
            <a:noAutofit/>
          </a:bodyPr>
          <a:lstStyle/>
          <a:p>
            <a:r>
              <a:rPr lang="en-GB"/>
              <a:t>Click to edit Master title style</a:t>
            </a:r>
          </a:p>
        </p:txBody>
      </p:sp>
      <p:sp>
        <p:nvSpPr>
          <p:cNvPr id="3" name="BodyText"/>
          <p:cNvSpPr>
            <a:spLocks noGrp="1"/>
          </p:cNvSpPr>
          <p:nvPr>
            <p:ph type="body" idx="1"/>
          </p:nvPr>
        </p:nvSpPr>
        <p:spPr>
          <a:xfrm>
            <a:off x="457200" y="1399032"/>
            <a:ext cx="11277600" cy="5001768"/>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hidden="1"/>
          <p:cNvSpPr>
            <a:spLocks noGrp="1"/>
          </p:cNvSpPr>
          <p:nvPr>
            <p:ph type="dt" sz="half" idx="2"/>
          </p:nvPr>
        </p:nvSpPr>
        <p:spPr>
          <a:xfrm>
            <a:off x="580573" y="6864350"/>
            <a:ext cx="399143" cy="98425"/>
          </a:xfrm>
          <a:prstGeom prst="rect">
            <a:avLst/>
          </a:prstGeom>
        </p:spPr>
        <p:txBody>
          <a:bodyPr vert="horz" lIns="0" tIns="0" rIns="0" bIns="0" rtlCol="0" anchor="ctr"/>
          <a:lstStyle>
            <a:lvl1pPr algn="l">
              <a:defRPr sz="300">
                <a:solidFill>
                  <a:schemeClr val="tx1"/>
                </a:solidFill>
              </a:defRPr>
            </a:lvl1pPr>
          </a:lstStyle>
          <a:p>
            <a:fld id="{7ECE2914-4E17-487A-A4E5-C87617449E51}" type="datetimeFigureOut">
              <a:rPr lang="en-GB" smtClean="0"/>
              <a:pPr/>
              <a:t>25/05/2026</a:t>
            </a:fld>
            <a:endParaRPr lang="en-GB"/>
          </a:p>
        </p:txBody>
      </p:sp>
      <p:sp>
        <p:nvSpPr>
          <p:cNvPr id="5" name="Footer Placeholder" hidden="1"/>
          <p:cNvSpPr>
            <a:spLocks noGrp="1"/>
          </p:cNvSpPr>
          <p:nvPr>
            <p:ph type="ftr" sz="quarter" idx="3"/>
          </p:nvPr>
        </p:nvSpPr>
        <p:spPr>
          <a:xfrm>
            <a:off x="979714" y="6864350"/>
            <a:ext cx="677333" cy="98425"/>
          </a:xfrm>
          <a:prstGeom prst="rect">
            <a:avLst/>
          </a:prstGeom>
        </p:spPr>
        <p:txBody>
          <a:bodyPr vert="horz" lIns="0" tIns="0" rIns="0" bIns="0" rtlCol="0" anchor="ctr"/>
          <a:lstStyle>
            <a:lvl1pPr algn="ctr">
              <a:defRPr sz="300">
                <a:solidFill>
                  <a:schemeClr val="tx1"/>
                </a:solidFill>
              </a:defRPr>
            </a:lvl1pPr>
          </a:lstStyle>
          <a:p>
            <a:endParaRPr lang="en-GB"/>
          </a:p>
        </p:txBody>
      </p:sp>
      <p:sp>
        <p:nvSpPr>
          <p:cNvPr id="6" name="Slide Number Placeholder" hidden="1"/>
          <p:cNvSpPr>
            <a:spLocks noGrp="1"/>
          </p:cNvSpPr>
          <p:nvPr>
            <p:ph type="sldNum" sz="quarter" idx="4"/>
          </p:nvPr>
        </p:nvSpPr>
        <p:spPr>
          <a:xfrm>
            <a:off x="1657048" y="6864350"/>
            <a:ext cx="193524" cy="98425"/>
          </a:xfrm>
          <a:prstGeom prst="rect">
            <a:avLst/>
          </a:prstGeom>
        </p:spPr>
        <p:txBody>
          <a:bodyPr vert="horz" lIns="0" tIns="0" rIns="0" bIns="0" rtlCol="0" anchor="ctr"/>
          <a:lstStyle>
            <a:lvl1pPr algn="r">
              <a:defRPr sz="300">
                <a:solidFill>
                  <a:schemeClr val="tx1"/>
                </a:solidFill>
              </a:defRPr>
            </a:lvl1pPr>
          </a:lstStyle>
          <a:p>
            <a:fld id="{8F63CC74-D785-4C96-8C6E-EB177D1B9A1D}" type="slidenum">
              <a:rPr lang="en-GB" smtClean="0"/>
              <a:pPr/>
              <a:t>‹#›</a:t>
            </a:fld>
            <a:endParaRPr lang="en-GB"/>
          </a:p>
        </p:txBody>
      </p:sp>
      <p:sp>
        <p:nvSpPr>
          <p:cNvPr id="7" name="SlideNumber"/>
          <p:cNvSpPr txBox="1"/>
          <p:nvPr userDrawn="1"/>
        </p:nvSpPr>
        <p:spPr>
          <a:xfrm>
            <a:off x="11584118" y="6552456"/>
            <a:ext cx="150682" cy="153888"/>
          </a:xfrm>
          <a:prstGeom prst="rect">
            <a:avLst/>
          </a:prstGeom>
          <a:noFill/>
        </p:spPr>
        <p:txBody>
          <a:bodyPr wrap="none" lIns="0" tIns="0" rIns="0" bIns="0" rtlCol="0" anchor="ctr">
            <a:spAutoFit/>
          </a:bodyPr>
          <a:lstStyle/>
          <a:p>
            <a:pPr marL="0" marR="0" indent="0" algn="r" defTabSz="914370" rtl="0" eaLnBrk="1" fontAlgn="auto" latinLnBrk="0" hangingPunct="1">
              <a:lnSpc>
                <a:spcPct val="100000"/>
              </a:lnSpc>
              <a:spcBef>
                <a:spcPts val="0"/>
              </a:spcBef>
              <a:spcAft>
                <a:spcPts val="0"/>
              </a:spcAft>
              <a:buClrTx/>
              <a:buSzTx/>
              <a:buFontTx/>
              <a:buNone/>
              <a:tabLst/>
              <a:defRPr/>
            </a:pPr>
            <a:fld id="{8F63CC74-D785-4C96-8C6E-EB177D1B9A1D}" type="slidenum">
              <a:rPr lang="en-GB" sz="1000" smtClean="0">
                <a:solidFill>
                  <a:schemeClr val="tx1"/>
                </a:solidFill>
              </a:rPr>
              <a:pPr marL="0" marR="0" indent="0" algn="r" defTabSz="914370" rtl="0" eaLnBrk="1" fontAlgn="auto" latinLnBrk="0" hangingPunct="1">
                <a:lnSpc>
                  <a:spcPct val="100000"/>
                </a:lnSpc>
                <a:spcBef>
                  <a:spcPts val="0"/>
                </a:spcBef>
                <a:spcAft>
                  <a:spcPts val="0"/>
                </a:spcAft>
                <a:buClrTx/>
                <a:buSzTx/>
                <a:buFontTx/>
                <a:buNone/>
                <a:tabLst/>
                <a:defRPr/>
              </a:pPr>
              <a:t>‹#›</a:t>
            </a:fld>
            <a:endParaRPr lang="en-GB" sz="1000">
              <a:solidFill>
                <a:schemeClr val="tx1"/>
              </a:solidFill>
            </a:endParaRPr>
          </a:p>
        </p:txBody>
      </p:sp>
      <p:sp>
        <p:nvSpPr>
          <p:cNvPr id="8" name="DTP_Copyright"/>
          <p:cNvSpPr txBox="1"/>
          <p:nvPr userDrawn="1"/>
        </p:nvSpPr>
        <p:spPr>
          <a:xfrm>
            <a:off x="457200" y="6567848"/>
            <a:ext cx="702115" cy="123111"/>
          </a:xfrm>
          <a:prstGeom prst="rect">
            <a:avLst/>
          </a:prstGeom>
          <a:noFill/>
        </p:spPr>
        <p:txBody>
          <a:bodyPr wrap="none" lIns="0" tIns="0" rIns="0" bIns="0" rtlCol="0" anchor="ctr" anchorCtr="0">
            <a:spAutoFit/>
          </a:bodyPr>
          <a:lstStyle/>
          <a:p>
            <a:pPr marL="0" indent="0" algn="l" defTabSz="914370" rtl="0" eaLnBrk="1" latinLnBrk="0" hangingPunct="1">
              <a:lnSpc>
                <a:spcPct val="100000"/>
              </a:lnSpc>
              <a:spcBef>
                <a:spcPct val="0"/>
              </a:spcBef>
              <a:spcAft>
                <a:spcPct val="0"/>
              </a:spcAft>
              <a:buFontTx/>
              <a:buNone/>
            </a:pPr>
            <a:r>
              <a:rPr lang="en-GB" sz="800" b="0" i="0" u="none" baseline="0">
                <a:solidFill>
                  <a:schemeClr val="tx1"/>
                </a:solidFill>
                <a:latin typeface="+mn-lt"/>
                <a:ea typeface="+mn-ea"/>
                <a:cs typeface="+mn-cs"/>
              </a:rPr>
              <a:t>© Oliver Wyman</a:t>
            </a:r>
          </a:p>
        </p:txBody>
      </p:sp>
    </p:spTree>
    <p:extLst>
      <p:ext uri="{BB962C8B-B14F-4D97-AF65-F5344CB8AC3E}">
        <p14:creationId xmlns:p14="http://schemas.microsoft.com/office/powerpoint/2010/main" val="3444743008"/>
      </p:ext>
    </p:extLst>
  </p:cSld>
  <p:clrMap bg1="lt1" tx1="dk1" bg2="lt2" tx2="dk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 id="2147483739" r:id="rId12"/>
    <p:sldLayoutId id="2147483740" r:id="rId13"/>
    <p:sldLayoutId id="2147483741" r:id="rId14"/>
    <p:sldLayoutId id="2147483742" r:id="rId15"/>
    <p:sldLayoutId id="2147483743" r:id="rId16"/>
    <p:sldLayoutId id="2147483744" r:id="rId17"/>
    <p:sldLayoutId id="2147483745" r:id="rId18"/>
    <p:sldLayoutId id="2147483746" r:id="rId19"/>
    <p:sldLayoutId id="2147483747" r:id="rId20"/>
    <p:sldLayoutId id="2147483748" r:id="rId21"/>
    <p:sldLayoutId id="2147483749" r:id="rId22"/>
    <p:sldLayoutId id="2147483750" r:id="rId23"/>
    <p:sldLayoutId id="2147483751" r:id="rId24"/>
    <p:sldLayoutId id="2147483752" r:id="rId25"/>
    <p:sldLayoutId id="2147483753" r:id="rId26"/>
    <p:sldLayoutId id="2147483754" r:id="rId27"/>
    <p:sldLayoutId id="2147483755" r:id="rId28"/>
  </p:sldLayoutIdLst>
  <p:txStyles>
    <p:titleStyle>
      <a:lvl1pPr algn="l" defTabSz="914370" rtl="0" eaLnBrk="1" latinLnBrk="0" hangingPunct="1">
        <a:lnSpc>
          <a:spcPct val="90000"/>
        </a:lnSpc>
        <a:spcBef>
          <a:spcPct val="0"/>
        </a:spcBef>
        <a:buNone/>
        <a:defRPr sz="2600" b="1" kern="0" cap="all" baseline="0">
          <a:solidFill>
            <a:schemeClr val="tx1"/>
          </a:solidFill>
          <a:latin typeface="+mj-lt"/>
          <a:ea typeface="+mj-ea"/>
          <a:cs typeface="+mj-cs"/>
        </a:defRPr>
      </a:lvl1pPr>
    </p:titleStyle>
    <p:bodyStyle>
      <a:lvl1pPr marL="179994" indent="-179994" algn="l" defTabSz="914370" rtl="0" eaLnBrk="1" latinLnBrk="0" hangingPunct="1">
        <a:spcBef>
          <a:spcPts val="600"/>
        </a:spcBef>
        <a:buFont typeface="Arial" panose="020B0604020202020204" pitchFamily="34" charset="0"/>
        <a:buChar char="•"/>
        <a:defRPr sz="1400" kern="0">
          <a:solidFill>
            <a:schemeClr val="tx1"/>
          </a:solidFill>
          <a:latin typeface="+mn-lt"/>
          <a:ea typeface="+mn-ea"/>
          <a:cs typeface="+mn-cs"/>
        </a:defRPr>
      </a:lvl1pPr>
      <a:lvl2pPr marL="359988"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2pPr>
      <a:lvl3pPr marL="539982"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3pPr>
      <a:lvl4pPr marL="719977"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4pPr>
      <a:lvl5pPr marL="899971"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5pPr>
      <a:lvl6pPr marL="1079965"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6pPr>
      <a:lvl7pPr marL="1259959"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7pPr>
      <a:lvl8pPr marL="1439953"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8pPr>
      <a:lvl9pPr marL="1619947"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9pPr>
    </p:bodyStyle>
    <p:otherStyle>
      <a:defPPr/>
      <a:lvl1pPr marL="0" algn="l" defTabSz="914370" rtl="0" eaLnBrk="1" latinLnBrk="0" hangingPunct="1">
        <a:defRPr sz="1200" kern="0">
          <a:solidFill>
            <a:schemeClr val="tx1"/>
          </a:solidFill>
          <a:latin typeface="+mn-lt"/>
          <a:ea typeface="+mn-ea"/>
          <a:cs typeface="+mn-cs"/>
        </a:defRPr>
      </a:lvl1pPr>
      <a:lvl2pPr marL="179994" algn="l" defTabSz="914370" rtl="0" eaLnBrk="1" latinLnBrk="0" hangingPunct="1">
        <a:defRPr sz="1200" kern="0">
          <a:solidFill>
            <a:schemeClr val="tx1"/>
          </a:solidFill>
          <a:latin typeface="+mn-lt"/>
          <a:ea typeface="+mn-ea"/>
          <a:cs typeface="+mn-cs"/>
        </a:defRPr>
      </a:lvl2pPr>
      <a:lvl3pPr marL="359988" algn="l" defTabSz="914370" rtl="0" eaLnBrk="1" latinLnBrk="0" hangingPunct="1">
        <a:defRPr sz="1200" kern="0">
          <a:solidFill>
            <a:schemeClr val="tx1"/>
          </a:solidFill>
          <a:latin typeface="+mn-lt"/>
          <a:ea typeface="+mn-ea"/>
          <a:cs typeface="+mn-cs"/>
        </a:defRPr>
      </a:lvl3pPr>
      <a:lvl4pPr marL="539982" algn="l" defTabSz="914370" rtl="0" eaLnBrk="1" latinLnBrk="0" hangingPunct="1">
        <a:defRPr sz="1200" kern="0">
          <a:solidFill>
            <a:schemeClr val="tx1"/>
          </a:solidFill>
          <a:latin typeface="+mn-lt"/>
          <a:ea typeface="+mn-ea"/>
          <a:cs typeface="+mn-cs"/>
        </a:defRPr>
      </a:lvl4pPr>
      <a:lvl5pPr marL="719977" algn="l" defTabSz="914370" rtl="0" eaLnBrk="1" latinLnBrk="0" hangingPunct="1">
        <a:defRPr sz="1200" kern="0">
          <a:solidFill>
            <a:schemeClr val="tx1"/>
          </a:solidFill>
          <a:latin typeface="+mn-lt"/>
          <a:ea typeface="+mn-ea"/>
          <a:cs typeface="+mn-cs"/>
        </a:defRPr>
      </a:lvl5pPr>
      <a:lvl6pPr marL="899971" algn="l" defTabSz="914370" rtl="0" eaLnBrk="1" latinLnBrk="0" hangingPunct="1">
        <a:defRPr sz="1200" kern="0">
          <a:solidFill>
            <a:schemeClr val="tx1"/>
          </a:solidFill>
          <a:latin typeface="+mn-lt"/>
          <a:ea typeface="+mn-ea"/>
          <a:cs typeface="+mn-cs"/>
        </a:defRPr>
      </a:lvl6pPr>
      <a:lvl7pPr marL="1079965" algn="l" defTabSz="914370" rtl="0" eaLnBrk="1" latinLnBrk="0" hangingPunct="1">
        <a:defRPr sz="1200" kern="0">
          <a:solidFill>
            <a:schemeClr val="tx1"/>
          </a:solidFill>
          <a:latin typeface="+mn-lt"/>
          <a:ea typeface="+mn-ea"/>
          <a:cs typeface="+mn-cs"/>
        </a:defRPr>
      </a:lvl7pPr>
      <a:lvl8pPr marL="1259959" algn="l" defTabSz="914370" rtl="0" eaLnBrk="1" latinLnBrk="0" hangingPunct="1">
        <a:defRPr sz="1200" kern="0">
          <a:solidFill>
            <a:schemeClr val="tx1"/>
          </a:solidFill>
          <a:latin typeface="+mn-lt"/>
          <a:ea typeface="+mn-ea"/>
          <a:cs typeface="+mn-cs"/>
        </a:defRPr>
      </a:lvl8pPr>
      <a:lvl9pPr marL="1439953" algn="l" defTabSz="914370" rtl="0" eaLnBrk="1" latinLnBrk="0" hangingPunct="1">
        <a:defRPr sz="1200" kern="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F26B43"/>
          </p15:clr>
        </p15:guide>
        <p15:guide id="3" pos="288">
          <p15:clr>
            <a:srgbClr val="F26B43"/>
          </p15:clr>
        </p15:guide>
        <p15:guide id="4" pos="7392">
          <p15:clr>
            <a:srgbClr val="F26B43"/>
          </p15:clr>
        </p15:guide>
        <p15:guide id="6" orient="horz" pos="403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notesSlide" Target="../notesSlides/notesSlide2.xml"/><Relationship Id="rId7" Type="http://schemas.openxmlformats.org/officeDocument/2006/relationships/image" Target="../media/image6.svg"/><Relationship Id="rId2" Type="http://schemas.openxmlformats.org/officeDocument/2006/relationships/slideLayout" Target="../slideLayouts/slideLayout3.xml"/><Relationship Id="rId1" Type="http://schemas.openxmlformats.org/officeDocument/2006/relationships/tags" Target="../tags/tag3.xml"/><Relationship Id="rId6" Type="http://schemas.openxmlformats.org/officeDocument/2006/relationships/image" Target="../media/image5.svg"/><Relationship Id="rId11" Type="http://schemas.openxmlformats.org/officeDocument/2006/relationships/image" Target="../media/image10.svg"/><Relationship Id="rId5" Type="http://schemas.openxmlformats.org/officeDocument/2006/relationships/image" Target="../media/image4.emf"/><Relationship Id="rId10" Type="http://schemas.openxmlformats.org/officeDocument/2006/relationships/image" Target="../media/image9.svg"/><Relationship Id="rId4" Type="http://schemas.openxmlformats.org/officeDocument/2006/relationships/oleObject" Target="../embeddings/oleObject2.bin"/><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17.svg"/><Relationship Id="rId3" Type="http://schemas.openxmlformats.org/officeDocument/2006/relationships/slideLayout" Target="../slideLayouts/slideLayout3.xml"/><Relationship Id="rId7" Type="http://schemas.openxmlformats.org/officeDocument/2006/relationships/image" Target="../media/image11.svg"/><Relationship Id="rId12" Type="http://schemas.openxmlformats.org/officeDocument/2006/relationships/image" Target="../media/image16.svg"/><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1.emf"/><Relationship Id="rId11" Type="http://schemas.openxmlformats.org/officeDocument/2006/relationships/image" Target="../media/image15.svg"/><Relationship Id="rId5" Type="http://schemas.openxmlformats.org/officeDocument/2006/relationships/oleObject" Target="../embeddings/oleObject3.bin"/><Relationship Id="rId10" Type="http://schemas.openxmlformats.org/officeDocument/2006/relationships/image" Target="../media/image14.svg"/><Relationship Id="rId4" Type="http://schemas.openxmlformats.org/officeDocument/2006/relationships/notesSlide" Target="../notesSlides/notesSlide3.xml"/><Relationship Id="rId9" Type="http://schemas.openxmlformats.org/officeDocument/2006/relationships/image" Target="../media/image13.sv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4.xml"/><Relationship Id="rId1" Type="http://schemas.openxmlformats.org/officeDocument/2006/relationships/tags" Target="../tags/tag6.xml"/><Relationship Id="rId6" Type="http://schemas.openxmlformats.org/officeDocument/2006/relationships/image" Target="../media/image18.png"/><Relationship Id="rId5" Type="http://schemas.openxmlformats.org/officeDocument/2006/relationships/image" Target="../media/image1.emf"/><Relationship Id="rId4" Type="http://schemas.openxmlformats.org/officeDocument/2006/relationships/oleObject" Target="../embeddings/oleObject4.bin"/></Relationships>
</file>

<file path=ppt/slides/_rels/slide5.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oleObject" Target="../embeddings/oleObject5.bin"/><Relationship Id="rId7" Type="http://schemas.openxmlformats.org/officeDocument/2006/relationships/image" Target="../media/image21.png"/><Relationship Id="rId12" Type="http://schemas.microsoft.com/office/2007/relationships/hdphoto" Target="../media/hdphoto3.wdp"/><Relationship Id="rId2" Type="http://schemas.openxmlformats.org/officeDocument/2006/relationships/slideLayout" Target="../slideLayouts/slideLayout14.xml"/><Relationship Id="rId1" Type="http://schemas.openxmlformats.org/officeDocument/2006/relationships/tags" Target="../tags/tag7.xml"/><Relationship Id="rId6" Type="http://schemas.openxmlformats.org/officeDocument/2006/relationships/image" Target="../media/image20.svg"/><Relationship Id="rId11" Type="http://schemas.openxmlformats.org/officeDocument/2006/relationships/image" Target="../media/image23.png"/><Relationship Id="rId5" Type="http://schemas.openxmlformats.org/officeDocument/2006/relationships/image" Target="../media/image19.png"/><Relationship Id="rId10" Type="http://schemas.microsoft.com/office/2007/relationships/hdphoto" Target="../media/hdphoto2.wdp"/><Relationship Id="rId4" Type="http://schemas.openxmlformats.org/officeDocument/2006/relationships/image" Target="../media/image1.emf"/><Relationship Id="rId9"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tags" Target="../tags/tag8.xml"/><Relationship Id="rId5" Type="http://schemas.openxmlformats.org/officeDocument/2006/relationships/image" Target="../media/image24.emf"/><Relationship Id="rId4" Type="http://schemas.openxmlformats.org/officeDocument/2006/relationships/oleObject" Target="../embeddings/oleObject6.bin"/></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0.xml"/><Relationship Id="rId1" Type="http://schemas.openxmlformats.org/officeDocument/2006/relationships/tags" Target="../tags/tag9.xml"/><Relationship Id="rId5" Type="http://schemas.openxmlformats.org/officeDocument/2006/relationships/image" Target="../media/image1.emf"/><Relationship Id="rId4" Type="http://schemas.openxmlformats.org/officeDocument/2006/relationships/oleObject" Target="../embeddings/oleObject7.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E9853-A875-7B0D-A5B2-4F3B0708956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34BCE6F3-4A74-1B38-1A7E-FCDCFCEE1F81}"/>
              </a:ext>
            </a:extLst>
          </p:cNvPr>
          <p:cNvSpPr>
            <a:spLocks noGrp="1"/>
          </p:cNvSpPr>
          <p:nvPr>
            <p:ph type="body" sz="quarter" idx="12"/>
          </p:nvPr>
        </p:nvSpPr>
        <p:spPr>
          <a:xfrm>
            <a:off x="457200" y="1874728"/>
            <a:ext cx="8348472" cy="2708434"/>
          </a:xfrm>
        </p:spPr>
        <p:txBody>
          <a:bodyPr/>
          <a:lstStyle/>
          <a:p>
            <a:r>
              <a:rPr lang="en-GB" sz="8800"/>
              <a:t>5. Tech and infrastructure</a:t>
            </a:r>
          </a:p>
        </p:txBody>
      </p:sp>
    </p:spTree>
    <p:extLst>
      <p:ext uri="{BB962C8B-B14F-4D97-AF65-F5344CB8AC3E}">
        <p14:creationId xmlns:p14="http://schemas.microsoft.com/office/powerpoint/2010/main" val="13730679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0" name="think-cell data - do not delete" hidden="1">
            <a:extLst>
              <a:ext uri="{FF2B5EF4-FFF2-40B4-BE49-F238E27FC236}">
                <a16:creationId xmlns:a16="http://schemas.microsoft.com/office/drawing/2014/main" id="{C67E64E1-1B0A-C77E-42B5-E6A0AE7BE2F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110" name="think-cell data - do not delete" hidden="1">
                        <a:extLst>
                          <a:ext uri="{FF2B5EF4-FFF2-40B4-BE49-F238E27FC236}">
                            <a16:creationId xmlns:a16="http://schemas.microsoft.com/office/drawing/2014/main" id="{C67E64E1-1B0A-C77E-42B5-E6A0AE7BE2F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2" name="Title 111">
            <a:extLst>
              <a:ext uri="{FF2B5EF4-FFF2-40B4-BE49-F238E27FC236}">
                <a16:creationId xmlns:a16="http://schemas.microsoft.com/office/drawing/2014/main" id="{CA3B8829-2244-8340-E26D-02D5E9FEE320}"/>
              </a:ext>
            </a:extLst>
          </p:cNvPr>
          <p:cNvSpPr>
            <a:spLocks noGrp="1"/>
          </p:cNvSpPr>
          <p:nvPr>
            <p:ph type="title"/>
          </p:nvPr>
        </p:nvSpPr>
        <p:spPr/>
        <p:txBody>
          <a:bodyPr vert="horz"/>
          <a:lstStyle/>
          <a:p>
            <a:r>
              <a:rPr lang="en-GB">
                <a:solidFill>
                  <a:schemeClr val="accent2"/>
                </a:solidFill>
              </a:rPr>
              <a:t>Overall tool design: </a:t>
            </a:r>
            <a:r>
              <a:rPr lang="en-GB"/>
              <a:t>elements underpinning priceAdvisor</a:t>
            </a:r>
          </a:p>
        </p:txBody>
      </p:sp>
      <p:cxnSp>
        <p:nvCxnSpPr>
          <p:cNvPr id="156" name="Straight Arrow Connector 155">
            <a:extLst>
              <a:ext uri="{FF2B5EF4-FFF2-40B4-BE49-F238E27FC236}">
                <a16:creationId xmlns:a16="http://schemas.microsoft.com/office/drawing/2014/main" id="{072ABBD1-5A82-6316-90B1-659B2E938397}"/>
              </a:ext>
            </a:extLst>
          </p:cNvPr>
          <p:cNvCxnSpPr>
            <a:cxnSpLocks/>
          </p:cNvCxnSpPr>
          <p:nvPr/>
        </p:nvCxnSpPr>
        <p:spPr>
          <a:xfrm>
            <a:off x="6802437" y="2524245"/>
            <a:ext cx="0" cy="164940"/>
          </a:xfrm>
          <a:prstGeom prst="straightConnector1">
            <a:avLst/>
          </a:prstGeom>
          <a:ln w="952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4" name="Straight Arrow Connector 173">
            <a:extLst>
              <a:ext uri="{FF2B5EF4-FFF2-40B4-BE49-F238E27FC236}">
                <a16:creationId xmlns:a16="http://schemas.microsoft.com/office/drawing/2014/main" id="{AA21D995-3626-34D3-270A-2977564DB664}"/>
              </a:ext>
            </a:extLst>
          </p:cNvPr>
          <p:cNvCxnSpPr>
            <a:cxnSpLocks/>
          </p:cNvCxnSpPr>
          <p:nvPr/>
        </p:nvCxnSpPr>
        <p:spPr>
          <a:xfrm>
            <a:off x="6802437" y="3816430"/>
            <a:ext cx="0" cy="164940"/>
          </a:xfrm>
          <a:prstGeom prst="straightConnector1">
            <a:avLst/>
          </a:prstGeom>
          <a:ln w="952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1" name="Straight Arrow Connector 170">
            <a:extLst>
              <a:ext uri="{FF2B5EF4-FFF2-40B4-BE49-F238E27FC236}">
                <a16:creationId xmlns:a16="http://schemas.microsoft.com/office/drawing/2014/main" id="{3593698A-3829-0A9D-E5A3-E7AD8CA577B1}"/>
              </a:ext>
            </a:extLst>
          </p:cNvPr>
          <p:cNvCxnSpPr>
            <a:cxnSpLocks/>
          </p:cNvCxnSpPr>
          <p:nvPr/>
        </p:nvCxnSpPr>
        <p:spPr>
          <a:xfrm>
            <a:off x="6802437" y="5108615"/>
            <a:ext cx="0" cy="164940"/>
          </a:xfrm>
          <a:prstGeom prst="straightConnector1">
            <a:avLst/>
          </a:prstGeom>
          <a:ln w="952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208" name="Group 207">
            <a:extLst>
              <a:ext uri="{FF2B5EF4-FFF2-40B4-BE49-F238E27FC236}">
                <a16:creationId xmlns:a16="http://schemas.microsoft.com/office/drawing/2014/main" id="{A1F1A03C-84A9-FAE6-2C29-23C3492A6706}"/>
              </a:ext>
            </a:extLst>
          </p:cNvPr>
          <p:cNvGrpSpPr/>
          <p:nvPr/>
        </p:nvGrpSpPr>
        <p:grpSpPr>
          <a:xfrm>
            <a:off x="457200" y="1397000"/>
            <a:ext cx="11277600" cy="1127245"/>
            <a:chOff x="457200" y="1397000"/>
            <a:chExt cx="11277600" cy="1127245"/>
          </a:xfrm>
        </p:grpSpPr>
        <p:sp>
          <p:nvSpPr>
            <p:cNvPr id="4" name="Shape 2"/>
            <p:cNvSpPr/>
            <p:nvPr/>
          </p:nvSpPr>
          <p:spPr>
            <a:xfrm>
              <a:off x="1870074" y="1397000"/>
              <a:ext cx="9864726" cy="1127245"/>
            </a:xfrm>
            <a:prstGeom prst="rect">
              <a:avLst/>
            </a:prstGeom>
            <a:solidFill>
              <a:schemeClr val="accent1">
                <a:lumMod val="20000"/>
                <a:lumOff val="80000"/>
              </a:schemeClr>
            </a:solidFill>
            <a:ln w="1270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srgbClr val="000000"/>
                </a:solidFill>
                <a:effectLst/>
                <a:uLnTx/>
                <a:uFillTx/>
                <a:latin typeface="Calibri"/>
                <a:ea typeface="+mn-ea"/>
                <a:cs typeface="+mn-cs"/>
              </a:endParaRPr>
            </a:p>
          </p:txBody>
        </p:sp>
        <p:sp>
          <p:nvSpPr>
            <p:cNvPr id="5" name="Shape 3"/>
            <p:cNvSpPr/>
            <p:nvPr/>
          </p:nvSpPr>
          <p:spPr>
            <a:xfrm>
              <a:off x="457200" y="1397000"/>
              <a:ext cx="1381432" cy="1127245"/>
            </a:xfrm>
            <a:prstGeom prst="rect">
              <a:avLst/>
            </a:prstGeom>
            <a:solidFill>
              <a:schemeClr val="accent1"/>
            </a:solidFill>
            <a:ln w="1270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srgbClr val="000000"/>
                </a:solidFill>
                <a:effectLst/>
                <a:uLnTx/>
                <a:uFillTx/>
                <a:latin typeface="Calibri"/>
                <a:ea typeface="+mn-ea"/>
                <a:cs typeface="+mn-cs"/>
              </a:endParaRPr>
            </a:p>
          </p:txBody>
        </p:sp>
        <p:grpSp>
          <p:nvGrpSpPr>
            <p:cNvPr id="116" name="Group 115">
              <a:extLst>
                <a:ext uri="{FF2B5EF4-FFF2-40B4-BE49-F238E27FC236}">
                  <a16:creationId xmlns:a16="http://schemas.microsoft.com/office/drawing/2014/main" id="{339A2EB6-C6AA-950D-AC71-34823D339893}"/>
                </a:ext>
              </a:extLst>
            </p:cNvPr>
            <p:cNvGrpSpPr/>
            <p:nvPr/>
          </p:nvGrpSpPr>
          <p:grpSpPr>
            <a:xfrm>
              <a:off x="512123" y="1886327"/>
              <a:ext cx="1271587" cy="497983"/>
              <a:chOff x="500063" y="1895727"/>
              <a:chExt cx="1271587" cy="507550"/>
            </a:xfrm>
          </p:grpSpPr>
          <p:sp>
            <p:nvSpPr>
              <p:cNvPr id="6" name="Text 4"/>
              <p:cNvSpPr>
                <a:spLocks/>
              </p:cNvSpPr>
              <p:nvPr/>
            </p:nvSpPr>
            <p:spPr>
              <a:xfrm>
                <a:off x="500063" y="1895727"/>
                <a:ext cx="1271587" cy="221856"/>
              </a:xfrm>
              <a:prstGeom prst="rect">
                <a:avLst/>
              </a:prstGeom>
              <a:noFill/>
              <a:ln>
                <a:noFill/>
              </a:ln>
            </p:spPr>
            <p:txBody>
              <a:bodyPr wrap="square" lIns="381" tIns="381" rIns="381" bIns="381"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FFFFFF"/>
                    </a:solidFill>
                    <a:effectLst/>
                    <a:uLnTx/>
                    <a:uFillTx/>
                    <a:latin typeface="Calibri"/>
                    <a:ea typeface="Arial" pitchFamily="34" charset="-122"/>
                    <a:cs typeface="Arial" pitchFamily="34" charset="-120"/>
                  </a:rPr>
                  <a:t>1. Master data</a:t>
                </a:r>
                <a:endParaRPr kumimoji="0" lang="en-GB" sz="1100" b="0" i="0" u="none" strike="noStrike" kern="1200" cap="none" spc="0" normalizeH="0" baseline="0" noProof="0">
                  <a:ln>
                    <a:noFill/>
                  </a:ln>
                  <a:solidFill>
                    <a:srgbClr val="000000"/>
                  </a:solidFill>
                  <a:effectLst/>
                  <a:uLnTx/>
                  <a:uFillTx/>
                  <a:latin typeface="Calibri"/>
                  <a:ea typeface="+mn-ea"/>
                  <a:cs typeface="+mn-cs"/>
                </a:endParaRPr>
              </a:p>
            </p:txBody>
          </p:sp>
          <p:sp>
            <p:nvSpPr>
              <p:cNvPr id="7" name="Text 5"/>
              <p:cNvSpPr>
                <a:spLocks/>
              </p:cNvSpPr>
              <p:nvPr/>
            </p:nvSpPr>
            <p:spPr>
              <a:xfrm>
                <a:off x="500063" y="2149727"/>
                <a:ext cx="1271587" cy="253550"/>
              </a:xfrm>
              <a:prstGeom prst="rect">
                <a:avLst/>
              </a:prstGeom>
              <a:noFill/>
              <a:ln>
                <a:noFill/>
              </a:ln>
            </p:spPr>
            <p:txBody>
              <a:bodyPr wrap="square" lIns="381" tIns="381" rIns="381" bIns="381"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Calibri"/>
                    <a:ea typeface="Arial" pitchFamily="34" charset="-122"/>
                    <a:cs typeface="Arial" pitchFamily="34" charset="-120"/>
                  </a:rPr>
                  <a:t>Reference tables</a:t>
                </a:r>
                <a:endParaRPr kumimoji="0" lang="en-GB" sz="1100" b="0" i="0" u="none" strike="noStrike" kern="1200" cap="none" spc="0" normalizeH="0" baseline="0" noProof="0">
                  <a:ln>
                    <a:noFill/>
                  </a:ln>
                  <a:solidFill>
                    <a:srgbClr val="000000"/>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Calibri"/>
                    <a:ea typeface="Arial" pitchFamily="34" charset="-122"/>
                    <a:cs typeface="Arial" pitchFamily="34" charset="-120"/>
                  </a:rPr>
                  <a:t>(System of record)</a:t>
                </a:r>
                <a:endParaRPr kumimoji="0" lang="en-GB" sz="1100" b="0" i="0" u="none" strike="noStrike" kern="1200" cap="none" spc="0" normalizeH="0" baseline="0" noProof="0">
                  <a:ln>
                    <a:noFill/>
                  </a:ln>
                  <a:solidFill>
                    <a:srgbClr val="000000"/>
                  </a:solidFill>
                  <a:effectLst/>
                  <a:uLnTx/>
                  <a:uFillTx/>
                  <a:latin typeface="Calibri"/>
                  <a:ea typeface="+mn-ea"/>
                  <a:cs typeface="+mn-cs"/>
                </a:endParaRPr>
              </a:p>
            </p:txBody>
          </p:sp>
        </p:grpSp>
        <p:sp>
          <p:nvSpPr>
            <p:cNvPr id="25" name="Shape 23"/>
            <p:cNvSpPr>
              <a:spLocks/>
            </p:cNvSpPr>
            <p:nvPr/>
          </p:nvSpPr>
          <p:spPr>
            <a:xfrm>
              <a:off x="1962150" y="1453522"/>
              <a:ext cx="1877274" cy="1014201"/>
            </a:xfrm>
            <a:prstGeom prst="rect">
              <a:avLst/>
            </a:prstGeom>
            <a:solidFill>
              <a:schemeClr val="bg1"/>
            </a:solidFill>
            <a:ln w="12700">
              <a:solidFill>
                <a:schemeClr val="accent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1B1B1B"/>
                  </a:solidFill>
                  <a:effectLst/>
                  <a:uLnTx/>
                  <a:uFillTx/>
                  <a:latin typeface="Calibri"/>
                  <a:ea typeface="Arial" pitchFamily="34" charset="-122"/>
                  <a:cs typeface="Arial" pitchFamily="34" charset="-120"/>
                </a:rPr>
                <a:t>Customer Segmentation</a:t>
              </a:r>
              <a:endParaRPr kumimoji="0" lang="en-GB" sz="900" b="0" i="0" u="none" strike="noStrike" kern="1200" cap="none" spc="0" normalizeH="0" baseline="0" noProof="0">
                <a:ln>
                  <a:noFill/>
                </a:ln>
                <a:solidFill>
                  <a:srgbClr val="00000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1B1B1B"/>
                  </a:solidFill>
                  <a:effectLst/>
                  <a:uLnTx/>
                  <a:uFillTx/>
                  <a:latin typeface="Calibri"/>
                  <a:ea typeface="Arial" pitchFamily="34" charset="-122"/>
                  <a:cs typeface="Arial" pitchFamily="34" charset="-120"/>
                </a:rPr>
                <a:t>&amp; Information</a:t>
              </a:r>
              <a:endParaRPr kumimoji="0" lang="en-GB" sz="900" b="0" i="0" u="none" strike="noStrike" kern="1200" cap="none" spc="0" normalizeH="0" baseline="0" noProof="0">
                <a:ln>
                  <a:noFill/>
                </a:ln>
                <a:solidFill>
                  <a:srgbClr val="000000"/>
                </a:solidFill>
                <a:effectLst/>
                <a:uLnTx/>
                <a:uFillTx/>
                <a:latin typeface="Calibri"/>
                <a:ea typeface="+mn-ea"/>
                <a:cs typeface="+mn-cs"/>
              </a:endParaRPr>
            </a:p>
          </p:txBody>
        </p:sp>
        <p:sp>
          <p:nvSpPr>
            <p:cNvPr id="27" name="Text 25"/>
            <p:cNvSpPr/>
            <p:nvPr/>
          </p:nvSpPr>
          <p:spPr>
            <a:xfrm>
              <a:off x="2071803" y="1794216"/>
              <a:ext cx="1657967" cy="456143"/>
            </a:xfrm>
            <a:prstGeom prst="rect">
              <a:avLst/>
            </a:prstGeom>
            <a:noFill/>
            <a:ln/>
          </p:spPr>
          <p:txBody>
            <a:bodyPr wrap="square" lIns="508" tIns="508" rIns="508" bIns="508" rtlCol="0" anchor="t">
              <a:noAutofit/>
            </a:bodyPr>
            <a:lstStyle/>
            <a:p>
              <a:pPr marL="107996" marR="0" lvl="0" indent="-107996" algn="l" defTabSz="914400" rtl="0" eaLnBrk="1" fontAlgn="auto" latinLnBrk="0" hangingPunct="1">
                <a:lnSpc>
                  <a:spcPct val="100000"/>
                </a:lnSpc>
                <a:spcBef>
                  <a:spcPts val="100"/>
                </a:spcBef>
                <a:spcAft>
                  <a:spcPts val="0"/>
                </a:spcAft>
                <a:buClrTx/>
                <a:buSzPct val="100000"/>
                <a:buFont typeface="Arial" panose="020B0604020202020204" pitchFamily="34" charset="0"/>
                <a:buChar char="•"/>
                <a:tabLst/>
                <a:defRPr/>
              </a:pPr>
              <a:r>
                <a:rPr kumimoji="0" lang="en-GB" sz="900" b="0" i="0" u="none" strike="noStrike" kern="1200" cap="none" spc="0" normalizeH="0" baseline="0" noProof="0">
                  <a:ln>
                    <a:noFill/>
                  </a:ln>
                  <a:solidFill>
                    <a:srgbClr val="1B1B1B"/>
                  </a:solidFill>
                  <a:effectLst/>
                  <a:uLnTx/>
                  <a:uFillTx/>
                  <a:latin typeface="Calibri"/>
                  <a:ea typeface="Arial" pitchFamily="34" charset="-122"/>
                  <a:cs typeface="Arial" pitchFamily="34" charset="-120"/>
                </a:rPr>
                <a:t>Customer ID</a:t>
              </a:r>
              <a:endParaRPr kumimoji="0" lang="en-GB" sz="900" b="0" i="0" u="none" strike="noStrike" kern="1200" cap="none" spc="0" normalizeH="0" baseline="0" noProof="0">
                <a:ln>
                  <a:noFill/>
                </a:ln>
                <a:solidFill>
                  <a:srgbClr val="000000"/>
                </a:solidFill>
                <a:effectLst/>
                <a:uLnTx/>
                <a:uFillTx/>
                <a:latin typeface="Calibri"/>
                <a:ea typeface="+mn-ea"/>
                <a:cs typeface="+mn-cs"/>
              </a:endParaRPr>
            </a:p>
            <a:p>
              <a:pPr marL="107996" marR="0" lvl="0" indent="-107996" algn="l" defTabSz="914400" rtl="0" eaLnBrk="1" fontAlgn="auto" latinLnBrk="0" hangingPunct="1">
                <a:lnSpc>
                  <a:spcPct val="100000"/>
                </a:lnSpc>
                <a:spcBef>
                  <a:spcPts val="100"/>
                </a:spcBef>
                <a:spcAft>
                  <a:spcPts val="0"/>
                </a:spcAft>
                <a:buClrTx/>
                <a:buSzPct val="100000"/>
                <a:buFont typeface="Arial" panose="020B0604020202020204" pitchFamily="34" charset="0"/>
                <a:buChar char="•"/>
                <a:tabLst/>
                <a:defRPr/>
              </a:pPr>
              <a:r>
                <a:rPr kumimoji="0" lang="en-GB" sz="900" b="0" i="0" u="none" strike="noStrike" kern="1200" cap="none" spc="0" normalizeH="0" baseline="0" noProof="0">
                  <a:ln>
                    <a:noFill/>
                  </a:ln>
                  <a:solidFill>
                    <a:srgbClr val="1B1B1B"/>
                  </a:solidFill>
                  <a:effectLst/>
                  <a:uLnTx/>
                  <a:uFillTx/>
                  <a:latin typeface="Calibri"/>
                  <a:ea typeface="Arial" pitchFamily="34" charset="-122"/>
                  <a:cs typeface="Arial" pitchFamily="34" charset="-120"/>
                </a:rPr>
                <a:t>Ship-to</a:t>
              </a:r>
              <a:endParaRPr kumimoji="0" lang="en-GB" sz="900" b="0" i="0" u="none" strike="noStrike" kern="1200" cap="none" spc="0" normalizeH="0" baseline="0" noProof="0">
                <a:ln>
                  <a:noFill/>
                </a:ln>
                <a:solidFill>
                  <a:srgbClr val="000000"/>
                </a:solidFill>
                <a:effectLst/>
                <a:uLnTx/>
                <a:uFillTx/>
                <a:latin typeface="Calibri"/>
                <a:ea typeface="+mn-ea"/>
                <a:cs typeface="+mn-cs"/>
              </a:endParaRPr>
            </a:p>
            <a:p>
              <a:pPr marL="107996" marR="0" lvl="0" indent="-107996" algn="l" defTabSz="914400" rtl="0" eaLnBrk="1" fontAlgn="auto" latinLnBrk="0" hangingPunct="1">
                <a:lnSpc>
                  <a:spcPct val="100000"/>
                </a:lnSpc>
                <a:spcBef>
                  <a:spcPts val="100"/>
                </a:spcBef>
                <a:spcAft>
                  <a:spcPts val="0"/>
                </a:spcAft>
                <a:buClrTx/>
                <a:buSzPct val="100000"/>
                <a:buFont typeface="Arial" panose="020B0604020202020204" pitchFamily="34" charset="0"/>
                <a:buChar char="•"/>
                <a:tabLst/>
                <a:defRPr/>
              </a:pPr>
              <a:r>
                <a:rPr kumimoji="0" lang="en-GB" sz="900" b="0" i="0" u="none" strike="noStrike" kern="1200" cap="none" spc="0" normalizeH="0" baseline="0" noProof="0">
                  <a:ln>
                    <a:noFill/>
                  </a:ln>
                  <a:solidFill>
                    <a:srgbClr val="1B1B1B"/>
                  </a:solidFill>
                  <a:effectLst/>
                  <a:uLnTx/>
                  <a:uFillTx/>
                  <a:latin typeface="Calibri"/>
                  <a:ea typeface="Arial" pitchFamily="34" charset="-122"/>
                  <a:cs typeface="Arial" pitchFamily="34" charset="-120"/>
                </a:rPr>
                <a:t>Segment / metadata</a:t>
              </a:r>
              <a:endParaRPr kumimoji="0" lang="en-GB" sz="900" b="0" i="0" u="none" strike="noStrike" kern="1200" cap="none" spc="0" normalizeH="0" baseline="0" noProof="0">
                <a:ln>
                  <a:noFill/>
                </a:ln>
                <a:solidFill>
                  <a:srgbClr val="000000"/>
                </a:solidFill>
                <a:effectLst/>
                <a:uLnTx/>
                <a:uFillTx/>
                <a:latin typeface="Calibri"/>
                <a:ea typeface="+mn-ea"/>
                <a:cs typeface="+mn-cs"/>
              </a:endParaRPr>
            </a:p>
          </p:txBody>
        </p:sp>
        <p:sp>
          <p:nvSpPr>
            <p:cNvPr id="29" name="Shape 27"/>
            <p:cNvSpPr>
              <a:spLocks/>
            </p:cNvSpPr>
            <p:nvPr/>
          </p:nvSpPr>
          <p:spPr>
            <a:xfrm>
              <a:off x="3919714" y="1453522"/>
              <a:ext cx="1877274" cy="1014201"/>
            </a:xfrm>
            <a:prstGeom prst="rect">
              <a:avLst/>
            </a:prstGeom>
            <a:solidFill>
              <a:schemeClr val="bg1"/>
            </a:solidFill>
            <a:ln w="12700">
              <a:solidFill>
                <a:schemeClr val="accent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1B1B1B"/>
                  </a:solidFill>
                  <a:effectLst/>
                  <a:uLnTx/>
                  <a:uFillTx/>
                  <a:latin typeface="Calibri"/>
                  <a:ea typeface="Arial" pitchFamily="34" charset="-122"/>
                  <a:cs typeface="Arial" pitchFamily="34" charset="-120"/>
                </a:rPr>
                <a:t>Price Book (List)</a:t>
              </a:r>
              <a:endParaRPr kumimoji="0" lang="en-GB" sz="900" b="0" i="0" u="none" strike="noStrike" kern="1200" cap="none" spc="0" normalizeH="0" baseline="0" noProof="0">
                <a:ln>
                  <a:noFill/>
                </a:ln>
                <a:solidFill>
                  <a:srgbClr val="000000"/>
                </a:solidFill>
                <a:effectLst/>
                <a:uLnTx/>
                <a:uFillTx/>
                <a:latin typeface="Calibri"/>
                <a:ea typeface="+mn-ea"/>
                <a:cs typeface="+mn-cs"/>
              </a:endParaRPr>
            </a:p>
          </p:txBody>
        </p:sp>
        <p:sp>
          <p:nvSpPr>
            <p:cNvPr id="31" name="Text 29"/>
            <p:cNvSpPr/>
            <p:nvPr/>
          </p:nvSpPr>
          <p:spPr>
            <a:xfrm>
              <a:off x="4029367" y="1794216"/>
              <a:ext cx="1657967" cy="456143"/>
            </a:xfrm>
            <a:prstGeom prst="rect">
              <a:avLst/>
            </a:prstGeom>
            <a:noFill/>
            <a:ln/>
          </p:spPr>
          <p:txBody>
            <a:bodyPr wrap="square" lIns="508" tIns="508" rIns="508" bIns="508" rtlCol="0" anchor="t">
              <a:noAutofit/>
            </a:bodyPr>
            <a:lstStyle/>
            <a:p>
              <a:pPr marL="107996" marR="0" lvl="0" indent="-107996" algn="l" defTabSz="914400" rtl="0" eaLnBrk="1" fontAlgn="auto" latinLnBrk="0" hangingPunct="1">
                <a:lnSpc>
                  <a:spcPct val="100000"/>
                </a:lnSpc>
                <a:spcBef>
                  <a:spcPts val="100"/>
                </a:spcBef>
                <a:spcAft>
                  <a:spcPts val="0"/>
                </a:spcAft>
                <a:buClrTx/>
                <a:buSzPct val="100000"/>
                <a:buFont typeface="Arial" panose="020B0604020202020204" pitchFamily="34" charset="0"/>
                <a:buChar char="•"/>
                <a:tabLst/>
                <a:defRPr/>
              </a:pPr>
              <a:r>
                <a:rPr kumimoji="0" lang="en-GB" sz="900" b="0" i="0" u="none" strike="noStrike" kern="1200" cap="none" spc="0" normalizeH="0" baseline="0" noProof="0">
                  <a:ln>
                    <a:noFill/>
                  </a:ln>
                  <a:solidFill>
                    <a:srgbClr val="1B1B1B"/>
                  </a:solidFill>
                  <a:effectLst/>
                  <a:uLnTx/>
                  <a:uFillTx/>
                  <a:latin typeface="Calibri"/>
                  <a:ea typeface="Arial" pitchFamily="34" charset="-122"/>
                  <a:cs typeface="Arial" pitchFamily="34" charset="-120"/>
                </a:rPr>
                <a:t>Book prices</a:t>
              </a:r>
              <a:endParaRPr kumimoji="0" lang="en-GB" sz="900" b="0" i="0" u="none" strike="noStrike" kern="1200" cap="none" spc="0" normalizeH="0" baseline="0" noProof="0">
                <a:ln>
                  <a:noFill/>
                </a:ln>
                <a:solidFill>
                  <a:srgbClr val="000000"/>
                </a:solidFill>
                <a:effectLst/>
                <a:uLnTx/>
                <a:uFillTx/>
                <a:latin typeface="Calibri"/>
                <a:ea typeface="+mn-ea"/>
                <a:cs typeface="+mn-cs"/>
              </a:endParaRPr>
            </a:p>
            <a:p>
              <a:pPr marL="107996" marR="0" lvl="0" indent="-107996" algn="l" defTabSz="914400" rtl="0" eaLnBrk="1" fontAlgn="auto" latinLnBrk="0" hangingPunct="1">
                <a:lnSpc>
                  <a:spcPct val="100000"/>
                </a:lnSpc>
                <a:spcBef>
                  <a:spcPts val="100"/>
                </a:spcBef>
                <a:spcAft>
                  <a:spcPts val="0"/>
                </a:spcAft>
                <a:buClrTx/>
                <a:buSzPct val="100000"/>
                <a:buFont typeface="Arial" panose="020B0604020202020204" pitchFamily="34" charset="0"/>
                <a:buChar char="•"/>
                <a:tabLst/>
                <a:defRPr/>
              </a:pPr>
              <a:r>
                <a:rPr kumimoji="0" lang="en-GB" sz="900" b="0" i="0" u="none" strike="noStrike" kern="1200" cap="none" spc="0" normalizeH="0" baseline="0" noProof="0">
                  <a:ln>
                    <a:noFill/>
                  </a:ln>
                  <a:solidFill>
                    <a:srgbClr val="1B1B1B"/>
                  </a:solidFill>
                  <a:effectLst/>
                  <a:uLnTx/>
                  <a:uFillTx/>
                  <a:latin typeface="Calibri"/>
                  <a:ea typeface="Arial" pitchFamily="34" charset="-122"/>
                  <a:cs typeface="Arial" pitchFamily="34" charset="-120"/>
                </a:rPr>
                <a:t>Target prices</a:t>
              </a:r>
              <a:endParaRPr kumimoji="0" lang="en-GB" sz="900" b="0" i="0" u="none" strike="noStrike" kern="1200" cap="none" spc="0" normalizeH="0" baseline="0" noProof="0">
                <a:ln>
                  <a:noFill/>
                </a:ln>
                <a:solidFill>
                  <a:srgbClr val="000000"/>
                </a:solidFill>
                <a:effectLst/>
                <a:uLnTx/>
                <a:uFillTx/>
                <a:latin typeface="Calibri"/>
                <a:ea typeface="+mn-ea"/>
                <a:cs typeface="+mn-cs"/>
              </a:endParaRPr>
            </a:p>
            <a:p>
              <a:pPr marL="107996" marR="0" lvl="0" indent="-107996" algn="l" defTabSz="914400" rtl="0" eaLnBrk="1" fontAlgn="auto" latinLnBrk="0" hangingPunct="1">
                <a:lnSpc>
                  <a:spcPct val="100000"/>
                </a:lnSpc>
                <a:spcBef>
                  <a:spcPts val="100"/>
                </a:spcBef>
                <a:spcAft>
                  <a:spcPts val="0"/>
                </a:spcAft>
                <a:buClrTx/>
                <a:buSzPct val="100000"/>
                <a:buFont typeface="Arial" panose="020B0604020202020204" pitchFamily="34" charset="0"/>
                <a:buChar char="•"/>
                <a:tabLst/>
                <a:defRPr/>
              </a:pPr>
              <a:r>
                <a:rPr kumimoji="0" lang="en-GB" sz="900" b="0" i="0" u="none" strike="noStrike" kern="1200" cap="none" spc="0" normalizeH="0" baseline="0" noProof="0">
                  <a:ln>
                    <a:noFill/>
                  </a:ln>
                  <a:solidFill>
                    <a:srgbClr val="1B1B1B"/>
                  </a:solidFill>
                  <a:effectLst/>
                  <a:uLnTx/>
                  <a:uFillTx/>
                  <a:latin typeface="Calibri"/>
                  <a:ea typeface="Arial" pitchFamily="34" charset="-122"/>
                  <a:cs typeface="Arial" pitchFamily="34" charset="-120"/>
                </a:rPr>
                <a:t>By product/customer</a:t>
              </a:r>
              <a:endParaRPr kumimoji="0" lang="en-GB" sz="900" b="0" i="0" u="none" strike="noStrike" kern="1200" cap="none" spc="0" normalizeH="0" baseline="0" noProof="0">
                <a:ln>
                  <a:noFill/>
                </a:ln>
                <a:solidFill>
                  <a:srgbClr val="000000"/>
                </a:solidFill>
                <a:effectLst/>
                <a:uLnTx/>
                <a:uFillTx/>
                <a:latin typeface="Calibri"/>
                <a:ea typeface="+mn-ea"/>
                <a:cs typeface="+mn-cs"/>
              </a:endParaRPr>
            </a:p>
          </p:txBody>
        </p:sp>
        <p:sp>
          <p:nvSpPr>
            <p:cNvPr id="33" name="Shape 31"/>
            <p:cNvSpPr>
              <a:spLocks/>
            </p:cNvSpPr>
            <p:nvPr/>
          </p:nvSpPr>
          <p:spPr>
            <a:xfrm>
              <a:off x="5877278" y="1453522"/>
              <a:ext cx="1877274" cy="1014201"/>
            </a:xfrm>
            <a:prstGeom prst="rect">
              <a:avLst/>
            </a:prstGeom>
            <a:solidFill>
              <a:schemeClr val="bg1"/>
            </a:solidFill>
            <a:ln w="12700">
              <a:solidFill>
                <a:schemeClr val="accent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1B1B1B"/>
                  </a:solidFill>
                  <a:effectLst/>
                  <a:uLnTx/>
                  <a:uFillTx/>
                  <a:latin typeface="Calibri"/>
                  <a:ea typeface="Arial" pitchFamily="34" charset="-122"/>
                  <a:cs typeface="Arial" pitchFamily="34" charset="-120"/>
                </a:rPr>
                <a:t>Freight Lookups</a:t>
              </a:r>
              <a:endParaRPr kumimoji="0" lang="en-GB" sz="900" b="0" i="0" u="none" strike="noStrike" kern="1200" cap="none" spc="0" normalizeH="0" baseline="0" noProof="0">
                <a:ln>
                  <a:noFill/>
                </a:ln>
                <a:solidFill>
                  <a:srgbClr val="000000"/>
                </a:solidFill>
                <a:effectLst/>
                <a:uLnTx/>
                <a:uFillTx/>
                <a:latin typeface="Calibri"/>
                <a:ea typeface="+mn-ea"/>
                <a:cs typeface="+mn-cs"/>
              </a:endParaRPr>
            </a:p>
          </p:txBody>
        </p:sp>
        <p:sp>
          <p:nvSpPr>
            <p:cNvPr id="35" name="Text 33"/>
            <p:cNvSpPr/>
            <p:nvPr/>
          </p:nvSpPr>
          <p:spPr>
            <a:xfrm>
              <a:off x="5986931" y="1794216"/>
              <a:ext cx="1657967" cy="456143"/>
            </a:xfrm>
            <a:prstGeom prst="rect">
              <a:avLst/>
            </a:prstGeom>
            <a:noFill/>
            <a:ln/>
          </p:spPr>
          <p:txBody>
            <a:bodyPr wrap="square" lIns="508" tIns="508" rIns="508" bIns="508" rtlCol="0" anchor="t">
              <a:noAutofit/>
            </a:bodyPr>
            <a:lstStyle/>
            <a:p>
              <a:pPr marL="107996" marR="0" lvl="0" indent="-107996" algn="l" defTabSz="914400" rtl="0" eaLnBrk="1" fontAlgn="auto" latinLnBrk="0" hangingPunct="1">
                <a:lnSpc>
                  <a:spcPct val="100000"/>
                </a:lnSpc>
                <a:spcBef>
                  <a:spcPts val="100"/>
                </a:spcBef>
                <a:spcAft>
                  <a:spcPts val="0"/>
                </a:spcAft>
                <a:buClrTx/>
                <a:buSzPct val="100000"/>
                <a:buFont typeface="Arial" panose="020B0604020202020204" pitchFamily="34" charset="0"/>
                <a:buChar char="•"/>
                <a:tabLst/>
                <a:defRPr/>
              </a:pPr>
              <a:r>
                <a:rPr kumimoji="0" lang="en-GB" sz="900" b="0" i="0" u="none" strike="noStrike" kern="1200" cap="none" spc="0" normalizeH="0" baseline="0" noProof="0">
                  <a:ln>
                    <a:noFill/>
                  </a:ln>
                  <a:solidFill>
                    <a:srgbClr val="1B1B1B"/>
                  </a:solidFill>
                  <a:effectLst/>
                  <a:uLnTx/>
                  <a:uFillTx/>
                  <a:latin typeface="Calibri"/>
                  <a:ea typeface="Arial" pitchFamily="34" charset="-122"/>
                  <a:cs typeface="Arial" pitchFamily="34" charset="-120"/>
                </a:rPr>
                <a:t>Freight adders</a:t>
              </a:r>
              <a:endParaRPr kumimoji="0" lang="en-GB" sz="900" b="0" i="0" u="none" strike="noStrike" kern="1200" cap="none" spc="0" normalizeH="0" baseline="0" noProof="0">
                <a:ln>
                  <a:noFill/>
                </a:ln>
                <a:solidFill>
                  <a:srgbClr val="000000"/>
                </a:solidFill>
                <a:effectLst/>
                <a:uLnTx/>
                <a:uFillTx/>
                <a:latin typeface="Calibri"/>
                <a:ea typeface="+mn-ea"/>
                <a:cs typeface="+mn-cs"/>
              </a:endParaRPr>
            </a:p>
            <a:p>
              <a:pPr marL="107996" marR="0" lvl="0" indent="-107996" algn="l" defTabSz="914400" rtl="0" eaLnBrk="1" fontAlgn="auto" latinLnBrk="0" hangingPunct="1">
                <a:lnSpc>
                  <a:spcPct val="100000"/>
                </a:lnSpc>
                <a:spcBef>
                  <a:spcPts val="100"/>
                </a:spcBef>
                <a:spcAft>
                  <a:spcPts val="0"/>
                </a:spcAft>
                <a:buClrTx/>
                <a:buSzPct val="100000"/>
                <a:buFont typeface="Arial" panose="020B0604020202020204" pitchFamily="34" charset="0"/>
                <a:buChar char="•"/>
                <a:tabLst/>
                <a:defRPr/>
              </a:pPr>
              <a:r>
                <a:rPr kumimoji="0" lang="en-GB" sz="900" b="0" i="0" u="none" strike="noStrike" kern="1200" cap="none" spc="0" normalizeH="0" baseline="0" noProof="0">
                  <a:ln>
                    <a:noFill/>
                  </a:ln>
                  <a:solidFill>
                    <a:srgbClr val="1B1B1B"/>
                  </a:solidFill>
                  <a:effectLst/>
                  <a:uLnTx/>
                  <a:uFillTx/>
                  <a:latin typeface="Calibri"/>
                  <a:ea typeface="Arial" pitchFamily="34" charset="-122"/>
                  <a:cs typeface="Arial" pitchFamily="34" charset="-120"/>
                </a:rPr>
                <a:t>By package type /</a:t>
              </a:r>
              <a:endParaRPr kumimoji="0" lang="en-GB" sz="900" b="0" i="0" u="none" strike="noStrike" kern="1200" cap="none" spc="0" normalizeH="0" baseline="0" noProof="0">
                <a:ln>
                  <a:noFill/>
                </a:ln>
                <a:solidFill>
                  <a:srgbClr val="000000"/>
                </a:solidFill>
                <a:effectLst/>
                <a:uLnTx/>
                <a:uFillTx/>
                <a:latin typeface="Calibri"/>
                <a:ea typeface="+mn-ea"/>
                <a:cs typeface="+mn-cs"/>
              </a:endParaRPr>
            </a:p>
            <a:p>
              <a:pPr marL="107996" marR="0" lvl="0" indent="-107996" algn="l" defTabSz="914400" rtl="0" eaLnBrk="1" fontAlgn="auto" latinLnBrk="0" hangingPunct="1">
                <a:lnSpc>
                  <a:spcPct val="100000"/>
                </a:lnSpc>
                <a:spcBef>
                  <a:spcPts val="100"/>
                </a:spcBef>
                <a:spcAft>
                  <a:spcPts val="0"/>
                </a:spcAft>
                <a:buClrTx/>
                <a:buSzPct val="100000"/>
                <a:buFont typeface="Arial" panose="020B0604020202020204" pitchFamily="34" charset="0"/>
                <a:buChar char="•"/>
                <a:tabLst/>
                <a:defRPr/>
              </a:pPr>
              <a:r>
                <a:rPr kumimoji="0" lang="en-GB" sz="900" b="0" i="0" u="none" strike="noStrike" kern="1200" cap="none" spc="0" normalizeH="0" baseline="0" noProof="0">
                  <a:ln>
                    <a:noFill/>
                  </a:ln>
                  <a:solidFill>
                    <a:srgbClr val="1B1B1B"/>
                  </a:solidFill>
                  <a:effectLst/>
                  <a:uLnTx/>
                  <a:uFillTx/>
                  <a:latin typeface="Calibri"/>
                  <a:ea typeface="Arial" pitchFamily="34" charset="-122"/>
                  <a:cs typeface="Arial" pitchFamily="34" charset="-120"/>
                </a:rPr>
                <a:t>distance</a:t>
              </a:r>
              <a:endParaRPr kumimoji="0" lang="en-GB" sz="900" b="0" i="0" u="none" strike="noStrike" kern="1200" cap="none" spc="0" normalizeH="0" baseline="0" noProof="0">
                <a:ln>
                  <a:noFill/>
                </a:ln>
                <a:solidFill>
                  <a:srgbClr val="000000"/>
                </a:solidFill>
                <a:effectLst/>
                <a:uLnTx/>
                <a:uFillTx/>
                <a:latin typeface="Calibri"/>
                <a:ea typeface="+mn-ea"/>
                <a:cs typeface="+mn-cs"/>
              </a:endParaRPr>
            </a:p>
          </p:txBody>
        </p:sp>
        <p:sp>
          <p:nvSpPr>
            <p:cNvPr id="37" name="Shape 35"/>
            <p:cNvSpPr>
              <a:spLocks/>
            </p:cNvSpPr>
            <p:nvPr/>
          </p:nvSpPr>
          <p:spPr>
            <a:xfrm>
              <a:off x="7834842" y="1453522"/>
              <a:ext cx="1877274" cy="1014201"/>
            </a:xfrm>
            <a:prstGeom prst="rect">
              <a:avLst/>
            </a:prstGeom>
            <a:solidFill>
              <a:schemeClr val="bg1"/>
            </a:solidFill>
            <a:ln w="12700">
              <a:solidFill>
                <a:schemeClr val="accent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1B1B1B"/>
                  </a:solidFill>
                  <a:effectLst/>
                  <a:uLnTx/>
                  <a:uFillTx/>
                  <a:latin typeface="Calibri"/>
                  <a:ea typeface="Arial" pitchFamily="34" charset="-122"/>
                  <a:cs typeface="Arial" pitchFamily="34" charset="-120"/>
                </a:rPr>
                <a:t>Package Cost Lookups</a:t>
              </a:r>
              <a:endParaRPr kumimoji="0" lang="en-GB" sz="900" b="0" i="0" u="none" strike="noStrike" kern="1200" cap="none" spc="0" normalizeH="0" baseline="0" noProof="0">
                <a:ln>
                  <a:noFill/>
                </a:ln>
                <a:solidFill>
                  <a:srgbClr val="000000"/>
                </a:solidFill>
                <a:effectLst/>
                <a:uLnTx/>
                <a:uFillTx/>
                <a:latin typeface="Calibri"/>
                <a:ea typeface="+mn-ea"/>
                <a:cs typeface="+mn-cs"/>
              </a:endParaRPr>
            </a:p>
          </p:txBody>
        </p:sp>
        <p:sp>
          <p:nvSpPr>
            <p:cNvPr id="39" name="Text 37"/>
            <p:cNvSpPr/>
            <p:nvPr/>
          </p:nvSpPr>
          <p:spPr>
            <a:xfrm>
              <a:off x="7944495" y="1794216"/>
              <a:ext cx="1657967" cy="456143"/>
            </a:xfrm>
            <a:prstGeom prst="rect">
              <a:avLst/>
            </a:prstGeom>
            <a:noFill/>
            <a:ln/>
          </p:spPr>
          <p:txBody>
            <a:bodyPr wrap="square" lIns="508" tIns="508" rIns="508" bIns="508" rtlCol="0" anchor="t">
              <a:normAutofit/>
            </a:bodyPr>
            <a:lstStyle/>
            <a:p>
              <a:pPr marL="107996" marR="0" lvl="0" indent="-107996" algn="l" defTabSz="914400" rtl="0" eaLnBrk="1" fontAlgn="auto" latinLnBrk="0" hangingPunct="1">
                <a:lnSpc>
                  <a:spcPct val="100000"/>
                </a:lnSpc>
                <a:spcBef>
                  <a:spcPts val="100"/>
                </a:spcBef>
                <a:spcAft>
                  <a:spcPts val="0"/>
                </a:spcAft>
                <a:buClrTx/>
                <a:buSzPct val="100000"/>
                <a:buFont typeface="Arial" panose="020B0604020202020204" pitchFamily="34" charset="0"/>
                <a:buChar char="•"/>
                <a:tabLst/>
                <a:defRPr/>
              </a:pPr>
              <a:r>
                <a:rPr kumimoji="0" lang="en-GB" sz="900" b="0" i="0" u="none" strike="noStrike" kern="1200" cap="none" spc="0" normalizeH="0" baseline="0" noProof="0">
                  <a:ln>
                    <a:noFill/>
                  </a:ln>
                  <a:solidFill>
                    <a:srgbClr val="1B1B1B"/>
                  </a:solidFill>
                  <a:effectLst/>
                  <a:uLnTx/>
                  <a:uFillTx/>
                  <a:latin typeface="Calibri"/>
                  <a:ea typeface="Arial" pitchFamily="34" charset="-122"/>
                  <a:cs typeface="Arial" pitchFamily="34" charset="-120"/>
                </a:rPr>
                <a:t>Package adders</a:t>
              </a:r>
              <a:endParaRPr kumimoji="0" lang="en-GB" sz="900" b="0" i="0" u="none" strike="noStrike" kern="1200" cap="none" spc="0" normalizeH="0" baseline="0" noProof="0">
                <a:ln>
                  <a:noFill/>
                </a:ln>
                <a:solidFill>
                  <a:srgbClr val="000000"/>
                </a:solidFill>
                <a:effectLst/>
                <a:uLnTx/>
                <a:uFillTx/>
                <a:latin typeface="Calibri"/>
                <a:ea typeface="+mn-ea"/>
                <a:cs typeface="+mn-cs"/>
              </a:endParaRPr>
            </a:p>
            <a:p>
              <a:pPr marL="107996" marR="0" lvl="0" indent="-107996" algn="l" defTabSz="914400" rtl="0" eaLnBrk="1" fontAlgn="auto" latinLnBrk="0" hangingPunct="1">
                <a:lnSpc>
                  <a:spcPct val="100000"/>
                </a:lnSpc>
                <a:spcBef>
                  <a:spcPts val="100"/>
                </a:spcBef>
                <a:spcAft>
                  <a:spcPts val="0"/>
                </a:spcAft>
                <a:buClrTx/>
                <a:buSzPct val="100000"/>
                <a:buFont typeface="Arial" panose="020B0604020202020204" pitchFamily="34" charset="0"/>
                <a:buChar char="•"/>
                <a:tabLst/>
                <a:defRPr/>
              </a:pPr>
              <a:r>
                <a:rPr kumimoji="0" lang="en-GB" sz="900" b="0" i="0" u="none" strike="noStrike" kern="1200" cap="none" spc="0" normalizeH="0" baseline="0" noProof="0">
                  <a:ln>
                    <a:noFill/>
                  </a:ln>
                  <a:solidFill>
                    <a:srgbClr val="1B1B1B"/>
                  </a:solidFill>
                  <a:effectLst/>
                  <a:uLnTx/>
                  <a:uFillTx/>
                  <a:latin typeface="Calibri"/>
                  <a:ea typeface="Arial" pitchFamily="34" charset="-122"/>
                  <a:cs typeface="Arial" pitchFamily="34" charset="-120"/>
                </a:rPr>
                <a:t>By package type</a:t>
              </a:r>
              <a:endParaRPr kumimoji="0" lang="en-GB" sz="900" b="0" i="0" u="none" strike="noStrike" kern="1200" cap="none" spc="0" normalizeH="0" baseline="0" noProof="0">
                <a:ln>
                  <a:noFill/>
                </a:ln>
                <a:solidFill>
                  <a:srgbClr val="000000"/>
                </a:solidFill>
                <a:effectLst/>
                <a:uLnTx/>
                <a:uFillTx/>
                <a:latin typeface="Calibri"/>
                <a:ea typeface="+mn-ea"/>
                <a:cs typeface="+mn-cs"/>
              </a:endParaRPr>
            </a:p>
          </p:txBody>
        </p:sp>
        <p:sp>
          <p:nvSpPr>
            <p:cNvPr id="41" name="Shape 39"/>
            <p:cNvSpPr>
              <a:spLocks/>
            </p:cNvSpPr>
            <p:nvPr/>
          </p:nvSpPr>
          <p:spPr>
            <a:xfrm>
              <a:off x="9792405" y="1453522"/>
              <a:ext cx="1877274" cy="1014201"/>
            </a:xfrm>
            <a:prstGeom prst="rect">
              <a:avLst/>
            </a:prstGeom>
            <a:solidFill>
              <a:schemeClr val="bg1"/>
            </a:solidFill>
            <a:ln w="12700">
              <a:solidFill>
                <a:schemeClr val="accent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1B1B1B"/>
                  </a:solidFill>
                  <a:effectLst/>
                  <a:uLnTx/>
                  <a:uFillTx/>
                  <a:latin typeface="Calibri"/>
                  <a:ea typeface="Arial" pitchFamily="34" charset="-122"/>
                  <a:cs typeface="Arial" pitchFamily="34" charset="-120"/>
                </a:rPr>
                <a:t>Commission Rates</a:t>
              </a:r>
              <a:endParaRPr kumimoji="0" lang="en-GB" sz="900" b="0" i="0" u="none" strike="noStrike" kern="1200" cap="none" spc="0" normalizeH="0" baseline="0" noProof="0">
                <a:ln>
                  <a:noFill/>
                </a:ln>
                <a:solidFill>
                  <a:srgbClr val="000000"/>
                </a:solidFill>
                <a:effectLst/>
                <a:uLnTx/>
                <a:uFillTx/>
                <a:latin typeface="Calibri"/>
                <a:ea typeface="+mn-ea"/>
                <a:cs typeface="+mn-cs"/>
              </a:endParaRPr>
            </a:p>
          </p:txBody>
        </p:sp>
        <p:sp>
          <p:nvSpPr>
            <p:cNvPr id="43" name="Text 41"/>
            <p:cNvSpPr/>
            <p:nvPr/>
          </p:nvSpPr>
          <p:spPr>
            <a:xfrm>
              <a:off x="9902059" y="1794216"/>
              <a:ext cx="1657967" cy="456143"/>
            </a:xfrm>
            <a:prstGeom prst="rect">
              <a:avLst/>
            </a:prstGeom>
            <a:noFill/>
            <a:ln/>
          </p:spPr>
          <p:txBody>
            <a:bodyPr wrap="square" lIns="508" tIns="508" rIns="508" bIns="508" rtlCol="0" anchor="t">
              <a:noAutofit/>
            </a:bodyPr>
            <a:lstStyle/>
            <a:p>
              <a:pPr marL="107996" marR="0" lvl="0" indent="-107996" algn="l" defTabSz="914400" rtl="0" eaLnBrk="1" fontAlgn="auto" latinLnBrk="0" hangingPunct="1">
                <a:lnSpc>
                  <a:spcPct val="100000"/>
                </a:lnSpc>
                <a:spcBef>
                  <a:spcPts val="100"/>
                </a:spcBef>
                <a:spcAft>
                  <a:spcPts val="0"/>
                </a:spcAft>
                <a:buClrTx/>
                <a:buSzPct val="100000"/>
                <a:buFont typeface="Arial" panose="020B0604020202020204" pitchFamily="34" charset="0"/>
                <a:buChar char="•"/>
                <a:tabLst/>
                <a:defRPr/>
              </a:pPr>
              <a:r>
                <a:rPr kumimoji="0" lang="en-GB" sz="900" b="0" i="0" u="none" strike="noStrike" kern="1200" cap="none" spc="0" normalizeH="0" baseline="0" noProof="0">
                  <a:ln>
                    <a:noFill/>
                  </a:ln>
                  <a:solidFill>
                    <a:srgbClr val="1B1B1B"/>
                  </a:solidFill>
                  <a:effectLst/>
                  <a:uLnTx/>
                  <a:uFillTx/>
                  <a:latin typeface="Calibri"/>
                  <a:ea typeface="Arial" pitchFamily="34" charset="-122"/>
                  <a:cs typeface="Arial" pitchFamily="34" charset="-120"/>
                </a:rPr>
                <a:t>Rep commission logic</a:t>
              </a:r>
              <a:endParaRPr kumimoji="0" lang="en-GB" sz="900" b="0" i="0" u="none" strike="noStrike" kern="1200" cap="none" spc="0" normalizeH="0" baseline="0" noProof="0">
                <a:ln>
                  <a:noFill/>
                </a:ln>
                <a:solidFill>
                  <a:srgbClr val="000000"/>
                </a:solidFill>
                <a:effectLst/>
                <a:uLnTx/>
                <a:uFillTx/>
                <a:latin typeface="Calibri"/>
                <a:ea typeface="+mn-ea"/>
                <a:cs typeface="+mn-cs"/>
              </a:endParaRPr>
            </a:p>
            <a:p>
              <a:pPr marL="107996" marR="0" lvl="0" indent="-107996" algn="l" defTabSz="914400" rtl="0" eaLnBrk="1" fontAlgn="auto" latinLnBrk="0" hangingPunct="1">
                <a:lnSpc>
                  <a:spcPct val="100000"/>
                </a:lnSpc>
                <a:spcBef>
                  <a:spcPts val="100"/>
                </a:spcBef>
                <a:spcAft>
                  <a:spcPts val="0"/>
                </a:spcAft>
                <a:buClrTx/>
                <a:buSzPct val="100000"/>
                <a:buFont typeface="Arial" panose="020B0604020202020204" pitchFamily="34" charset="0"/>
                <a:buChar char="•"/>
                <a:tabLst/>
                <a:defRPr/>
              </a:pPr>
              <a:r>
                <a:rPr kumimoji="0" lang="en-GB" sz="900" b="0" i="0" u="none" strike="noStrike" kern="1200" cap="none" spc="0" normalizeH="0" baseline="0" noProof="0">
                  <a:ln>
                    <a:noFill/>
                  </a:ln>
                  <a:solidFill>
                    <a:srgbClr val="1B1B1B"/>
                  </a:solidFill>
                  <a:effectLst/>
                  <a:uLnTx/>
                  <a:uFillTx/>
                  <a:latin typeface="Calibri"/>
                  <a:ea typeface="Arial" pitchFamily="34" charset="-122"/>
                  <a:cs typeface="Arial" pitchFamily="34" charset="-120"/>
                </a:rPr>
                <a:t>Quota attainment</a:t>
              </a:r>
              <a:endParaRPr kumimoji="0" lang="en-GB" sz="900" b="0" i="0" u="none" strike="noStrike" kern="1200" cap="none" spc="0" normalizeH="0" baseline="0" noProof="0">
                <a:ln>
                  <a:noFill/>
                </a:ln>
                <a:solidFill>
                  <a:srgbClr val="000000"/>
                </a:solidFill>
                <a:effectLst/>
                <a:uLnTx/>
                <a:uFillTx/>
                <a:latin typeface="Calibri"/>
                <a:ea typeface="+mn-ea"/>
                <a:cs typeface="+mn-cs"/>
              </a:endParaRPr>
            </a:p>
            <a:p>
              <a:pPr marL="107996" marR="0" lvl="0" indent="-107996" algn="l" defTabSz="914400" rtl="0" eaLnBrk="1" fontAlgn="auto" latinLnBrk="0" hangingPunct="1">
                <a:lnSpc>
                  <a:spcPct val="100000"/>
                </a:lnSpc>
                <a:spcBef>
                  <a:spcPts val="100"/>
                </a:spcBef>
                <a:spcAft>
                  <a:spcPts val="0"/>
                </a:spcAft>
                <a:buClrTx/>
                <a:buSzPct val="100000"/>
                <a:buFont typeface="Arial" panose="020B0604020202020204" pitchFamily="34" charset="0"/>
                <a:buChar char="•"/>
                <a:tabLst/>
                <a:defRPr/>
              </a:pPr>
              <a:r>
                <a:rPr kumimoji="0" lang="en-GB" sz="900" b="0" i="0" u="none" strike="noStrike" kern="1200" cap="none" spc="0" normalizeH="0" baseline="0" noProof="0">
                  <a:ln>
                    <a:noFill/>
                  </a:ln>
                  <a:solidFill>
                    <a:srgbClr val="1B1B1B"/>
                  </a:solidFill>
                  <a:effectLst/>
                  <a:uLnTx/>
                  <a:uFillTx/>
                  <a:latin typeface="Calibri"/>
                  <a:ea typeface="Arial" pitchFamily="34" charset="-122"/>
                  <a:cs typeface="Arial" pitchFamily="34" charset="-120"/>
                </a:rPr>
                <a:t>mapping</a:t>
              </a:r>
              <a:endParaRPr kumimoji="0" lang="en-GB" sz="900" b="0" i="0" u="none" strike="noStrike" kern="1200" cap="none" spc="0" normalizeH="0" baseline="0" noProof="0">
                <a:ln>
                  <a:noFill/>
                </a:ln>
                <a:solidFill>
                  <a:srgbClr val="000000"/>
                </a:solidFill>
                <a:effectLst/>
                <a:uLnTx/>
                <a:uFillTx/>
                <a:latin typeface="Calibri"/>
                <a:ea typeface="+mn-ea"/>
                <a:cs typeface="+mn-cs"/>
              </a:endParaRPr>
            </a:p>
          </p:txBody>
        </p:sp>
        <p:sp>
          <p:nvSpPr>
            <p:cNvPr id="141" name="Rectangle 140">
              <a:extLst>
                <a:ext uri="{FF2B5EF4-FFF2-40B4-BE49-F238E27FC236}">
                  <a16:creationId xmlns:a16="http://schemas.microsoft.com/office/drawing/2014/main" id="{2FC3D39D-227C-8394-641D-87333DC6F261}"/>
                </a:ext>
              </a:extLst>
            </p:cNvPr>
            <p:cNvSpPr/>
            <p:nvPr/>
          </p:nvSpPr>
          <p:spPr>
            <a:xfrm>
              <a:off x="6070600" y="2473445"/>
              <a:ext cx="50800" cy="50800"/>
            </a:xfrm>
            <a:prstGeom prst="rect">
              <a:avLst/>
            </a:prstGeom>
            <a:noFill/>
            <a:ln w="9525" cap="flat" cmpd="sng" algn="ctr">
              <a:noFill/>
              <a:prstDash val="solid"/>
              <a:miter lim="800000"/>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srgbClr val="000000"/>
                </a:solidFill>
                <a:effectLst/>
                <a:uLnTx/>
                <a:uFillTx/>
                <a:latin typeface="Calibri"/>
                <a:ea typeface="+mn-ea"/>
                <a:cs typeface="+mn-cs"/>
              </a:endParaRPr>
            </a:p>
          </p:txBody>
        </p:sp>
        <p:sp>
          <p:nvSpPr>
            <p:cNvPr id="28" name="Text 26"/>
            <p:cNvSpPr/>
            <p:nvPr/>
          </p:nvSpPr>
          <p:spPr>
            <a:xfrm>
              <a:off x="2049873" y="2317067"/>
              <a:ext cx="1701828" cy="126775"/>
            </a:xfrm>
            <a:prstGeom prst="rect">
              <a:avLst/>
            </a:prstGeom>
            <a:noFill/>
            <a:ln/>
          </p:spPr>
          <p:txBody>
            <a:bodyPr wrap="square" lIns="381" tIns="381" rIns="381" bIns="381"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2C77"/>
                  </a:solidFill>
                  <a:effectLst/>
                  <a:uLnTx/>
                  <a:uFillTx/>
                  <a:latin typeface="Calibri"/>
                  <a:ea typeface="Arial" pitchFamily="34" charset="-122"/>
                  <a:cs typeface="Arial" pitchFamily="34" charset="-120"/>
                </a:rPr>
                <a:t>Source: CRM</a:t>
              </a:r>
              <a:endParaRPr kumimoji="0" lang="en-GB" sz="900" b="0" i="0" u="none" strike="noStrike" kern="1200" cap="none" spc="0" normalizeH="0" baseline="0" noProof="0">
                <a:ln>
                  <a:noFill/>
                </a:ln>
                <a:solidFill>
                  <a:srgbClr val="002C77"/>
                </a:solidFill>
                <a:effectLst/>
                <a:uLnTx/>
                <a:uFillTx/>
                <a:latin typeface="Calibri"/>
                <a:ea typeface="+mn-ea"/>
                <a:cs typeface="+mn-cs"/>
              </a:endParaRPr>
            </a:p>
          </p:txBody>
        </p:sp>
        <p:sp>
          <p:nvSpPr>
            <p:cNvPr id="32" name="Text 30"/>
            <p:cNvSpPr/>
            <p:nvPr/>
          </p:nvSpPr>
          <p:spPr>
            <a:xfrm>
              <a:off x="4007198" y="2317067"/>
              <a:ext cx="1701828" cy="126775"/>
            </a:xfrm>
            <a:prstGeom prst="rect">
              <a:avLst/>
            </a:prstGeom>
            <a:noFill/>
            <a:ln/>
          </p:spPr>
          <p:txBody>
            <a:bodyPr wrap="square" lIns="381" tIns="381" rIns="381" bIns="381"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2C77"/>
                  </a:solidFill>
                  <a:effectLst/>
                  <a:uLnTx/>
                  <a:uFillTx/>
                  <a:latin typeface="Calibri"/>
                  <a:ea typeface="Arial" pitchFamily="34" charset="-122"/>
                  <a:cs typeface="Arial" pitchFamily="34" charset="-120"/>
                </a:rPr>
                <a:t>Source: Existing, Expanded</a:t>
              </a:r>
              <a:endParaRPr kumimoji="0" lang="en-GB" sz="900" b="0" i="0" u="none" strike="noStrike" kern="1200" cap="none" spc="0" normalizeH="0" baseline="0" noProof="0">
                <a:ln>
                  <a:noFill/>
                </a:ln>
                <a:solidFill>
                  <a:srgbClr val="002C77"/>
                </a:solidFill>
                <a:effectLst/>
                <a:uLnTx/>
                <a:uFillTx/>
                <a:latin typeface="Calibri"/>
                <a:ea typeface="+mn-ea"/>
                <a:cs typeface="+mn-cs"/>
              </a:endParaRPr>
            </a:p>
          </p:txBody>
        </p:sp>
        <p:sp>
          <p:nvSpPr>
            <p:cNvPr id="36" name="Text 34"/>
            <p:cNvSpPr/>
            <p:nvPr/>
          </p:nvSpPr>
          <p:spPr>
            <a:xfrm>
              <a:off x="5934002" y="2317067"/>
              <a:ext cx="1701828" cy="126775"/>
            </a:xfrm>
            <a:prstGeom prst="rect">
              <a:avLst/>
            </a:prstGeom>
            <a:noFill/>
            <a:ln/>
          </p:spPr>
          <p:txBody>
            <a:bodyPr wrap="square" lIns="381" tIns="381" rIns="381" bIns="381"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2C77"/>
                  </a:solidFill>
                  <a:effectLst/>
                  <a:uLnTx/>
                  <a:uFillTx/>
                  <a:latin typeface="Calibri"/>
                  <a:ea typeface="Arial" pitchFamily="34" charset="-122"/>
                  <a:cs typeface="Arial" pitchFamily="34" charset="-120"/>
                </a:rPr>
                <a:t>Source: Existing, Expanded</a:t>
              </a:r>
              <a:endParaRPr kumimoji="0" lang="en-GB" sz="900" b="0" i="0" u="none" strike="noStrike" kern="1200" cap="none" spc="0" normalizeH="0" baseline="0" noProof="0">
                <a:ln>
                  <a:noFill/>
                </a:ln>
                <a:solidFill>
                  <a:srgbClr val="002C77"/>
                </a:solidFill>
                <a:effectLst/>
                <a:uLnTx/>
                <a:uFillTx/>
                <a:latin typeface="Calibri"/>
                <a:ea typeface="+mn-ea"/>
                <a:cs typeface="+mn-cs"/>
              </a:endParaRPr>
            </a:p>
          </p:txBody>
        </p:sp>
        <p:sp>
          <p:nvSpPr>
            <p:cNvPr id="40" name="Text 38"/>
            <p:cNvSpPr/>
            <p:nvPr/>
          </p:nvSpPr>
          <p:spPr>
            <a:xfrm>
              <a:off x="7869946" y="2317067"/>
              <a:ext cx="1701828" cy="126775"/>
            </a:xfrm>
            <a:prstGeom prst="rect">
              <a:avLst/>
            </a:prstGeom>
            <a:noFill/>
            <a:ln/>
          </p:spPr>
          <p:txBody>
            <a:bodyPr wrap="square" lIns="381" tIns="381" rIns="381" bIns="381"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2C77"/>
                  </a:solidFill>
                  <a:effectLst/>
                  <a:uLnTx/>
                  <a:uFillTx/>
                  <a:latin typeface="Calibri"/>
                  <a:ea typeface="Arial" pitchFamily="34" charset="-122"/>
                  <a:cs typeface="Arial" pitchFamily="34" charset="-120"/>
                </a:rPr>
                <a:t>Source: Existing, Expanded</a:t>
              </a:r>
              <a:endParaRPr kumimoji="0" lang="en-GB" sz="900" b="0" i="0" u="none" strike="noStrike" kern="1200" cap="none" spc="0" normalizeH="0" baseline="0" noProof="0">
                <a:ln>
                  <a:noFill/>
                </a:ln>
                <a:solidFill>
                  <a:srgbClr val="002C77"/>
                </a:solidFill>
                <a:effectLst/>
                <a:uLnTx/>
                <a:uFillTx/>
                <a:latin typeface="Calibri"/>
                <a:ea typeface="+mn-ea"/>
                <a:cs typeface="+mn-cs"/>
              </a:endParaRPr>
            </a:p>
          </p:txBody>
        </p:sp>
        <p:sp>
          <p:nvSpPr>
            <p:cNvPr id="44" name="Text 42"/>
            <p:cNvSpPr/>
            <p:nvPr/>
          </p:nvSpPr>
          <p:spPr>
            <a:xfrm>
              <a:off x="9880129" y="2317067"/>
              <a:ext cx="1701828" cy="126775"/>
            </a:xfrm>
            <a:prstGeom prst="rect">
              <a:avLst/>
            </a:prstGeom>
            <a:noFill/>
            <a:ln/>
          </p:spPr>
          <p:txBody>
            <a:bodyPr wrap="square" lIns="381" tIns="381" rIns="381" bIns="381"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2C77"/>
                  </a:solidFill>
                  <a:effectLst/>
                  <a:uLnTx/>
                  <a:uFillTx/>
                  <a:latin typeface="Calibri"/>
                  <a:ea typeface="Arial" pitchFamily="34" charset="-122"/>
                  <a:cs typeface="Arial" pitchFamily="34" charset="-120"/>
                </a:rPr>
                <a:t>Source: Existing, Reformat</a:t>
              </a:r>
              <a:endParaRPr kumimoji="0" lang="en-GB" sz="900" b="0" i="0" u="none" strike="noStrike" kern="1200" cap="none" spc="0" normalizeH="0" baseline="0" noProof="0">
                <a:ln>
                  <a:noFill/>
                </a:ln>
                <a:solidFill>
                  <a:srgbClr val="002C77"/>
                </a:solidFill>
                <a:effectLst/>
                <a:uLnTx/>
                <a:uFillTx/>
                <a:latin typeface="Calibri"/>
                <a:ea typeface="+mn-ea"/>
                <a:cs typeface="+mn-cs"/>
              </a:endParaRPr>
            </a:p>
          </p:txBody>
        </p:sp>
        <p:pic>
          <p:nvPicPr>
            <p:cNvPr id="202" name="ico-database">
              <a:extLst>
                <a:ext uri="{FF2B5EF4-FFF2-40B4-BE49-F238E27FC236}">
                  <a16:creationId xmlns:a16="http://schemas.microsoft.com/office/drawing/2014/main" id="{537D43E8-2E90-408F-EAF4-B17D6E39679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19316" y="1456252"/>
              <a:ext cx="457200" cy="457200"/>
            </a:xfrm>
            <a:prstGeom prst="rect">
              <a:avLst/>
            </a:prstGeom>
          </p:spPr>
        </p:pic>
      </p:grpSp>
      <p:grpSp>
        <p:nvGrpSpPr>
          <p:cNvPr id="209" name="Group 208">
            <a:extLst>
              <a:ext uri="{FF2B5EF4-FFF2-40B4-BE49-F238E27FC236}">
                <a16:creationId xmlns:a16="http://schemas.microsoft.com/office/drawing/2014/main" id="{D15C3FAB-E164-F7A2-0F14-D9348C950FF0}"/>
              </a:ext>
            </a:extLst>
          </p:cNvPr>
          <p:cNvGrpSpPr/>
          <p:nvPr/>
        </p:nvGrpSpPr>
        <p:grpSpPr>
          <a:xfrm>
            <a:off x="457200" y="2689185"/>
            <a:ext cx="11277600" cy="1127245"/>
            <a:chOff x="457200" y="2689185"/>
            <a:chExt cx="11277600" cy="1127245"/>
          </a:xfrm>
        </p:grpSpPr>
        <p:sp>
          <p:nvSpPr>
            <p:cNvPr id="8" name="Shape 6"/>
            <p:cNvSpPr/>
            <p:nvPr/>
          </p:nvSpPr>
          <p:spPr>
            <a:xfrm>
              <a:off x="1870074" y="2689185"/>
              <a:ext cx="9864726" cy="1127245"/>
            </a:xfrm>
            <a:prstGeom prst="rect">
              <a:avLst/>
            </a:prstGeom>
            <a:solidFill>
              <a:srgbClr val="C7EDFF"/>
            </a:solidFill>
            <a:ln w="1270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srgbClr val="000000"/>
                </a:solidFill>
                <a:effectLst/>
                <a:uLnTx/>
                <a:uFillTx/>
                <a:latin typeface="Calibri"/>
                <a:ea typeface="+mn-ea"/>
                <a:cs typeface="+mn-cs"/>
              </a:endParaRPr>
            </a:p>
          </p:txBody>
        </p:sp>
        <p:sp>
          <p:nvSpPr>
            <p:cNvPr id="162" name="Shape 61">
              <a:extLst>
                <a:ext uri="{FF2B5EF4-FFF2-40B4-BE49-F238E27FC236}">
                  <a16:creationId xmlns:a16="http://schemas.microsoft.com/office/drawing/2014/main" id="{F60680B4-309F-FFF8-A9C5-2BFED1C4B1C1}"/>
                </a:ext>
              </a:extLst>
            </p:cNvPr>
            <p:cNvSpPr>
              <a:spLocks/>
            </p:cNvSpPr>
            <p:nvPr/>
          </p:nvSpPr>
          <p:spPr>
            <a:xfrm>
              <a:off x="9311376" y="2745707"/>
              <a:ext cx="2358302" cy="1014201"/>
            </a:xfrm>
            <a:prstGeom prst="rect">
              <a:avLst/>
            </a:prstGeom>
            <a:solidFill>
              <a:schemeClr val="bg1"/>
            </a:solidFill>
            <a:ln w="12700">
              <a:solidFill>
                <a:schemeClr val="accent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1B1B1B"/>
                  </a:solidFill>
                  <a:effectLst/>
                  <a:uLnTx/>
                  <a:uFillTx/>
                  <a:latin typeface="Calibri"/>
                  <a:ea typeface="Arial" pitchFamily="34" charset="-122"/>
                  <a:cs typeface="Arial" pitchFamily="34" charset="-120"/>
                </a:rPr>
                <a:t>Approvals Mapping</a:t>
              </a:r>
              <a:endParaRPr kumimoji="0" lang="en-GB" sz="900" b="0" i="0" u="none" strike="noStrike" kern="1200" cap="none" spc="0" normalizeH="0" baseline="0" noProof="0">
                <a:ln>
                  <a:noFill/>
                </a:ln>
                <a:solidFill>
                  <a:srgbClr val="000000"/>
                </a:solidFill>
                <a:effectLst/>
                <a:uLnTx/>
                <a:uFillTx/>
                <a:latin typeface="Calibri"/>
                <a:ea typeface="+mn-ea"/>
                <a:cs typeface="+mn-cs"/>
              </a:endParaRPr>
            </a:p>
          </p:txBody>
        </p:sp>
        <p:sp>
          <p:nvSpPr>
            <p:cNvPr id="9" name="Shape 7"/>
            <p:cNvSpPr/>
            <p:nvPr/>
          </p:nvSpPr>
          <p:spPr>
            <a:xfrm>
              <a:off x="457200" y="2689185"/>
              <a:ext cx="1381432" cy="1127245"/>
            </a:xfrm>
            <a:prstGeom prst="rect">
              <a:avLst/>
            </a:prstGeom>
            <a:solidFill>
              <a:schemeClr val="accent2"/>
            </a:solidFill>
            <a:ln w="1270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srgbClr val="000000"/>
                </a:solidFill>
                <a:effectLst/>
                <a:uLnTx/>
                <a:uFillTx/>
                <a:latin typeface="Calibri"/>
                <a:ea typeface="+mn-ea"/>
                <a:cs typeface="+mn-cs"/>
              </a:endParaRPr>
            </a:p>
          </p:txBody>
        </p:sp>
        <p:grpSp>
          <p:nvGrpSpPr>
            <p:cNvPr id="117" name="Group 116">
              <a:extLst>
                <a:ext uri="{FF2B5EF4-FFF2-40B4-BE49-F238E27FC236}">
                  <a16:creationId xmlns:a16="http://schemas.microsoft.com/office/drawing/2014/main" id="{B65083C2-C194-1AA0-0E32-EF406D71AF46}"/>
                </a:ext>
              </a:extLst>
            </p:cNvPr>
            <p:cNvGrpSpPr/>
            <p:nvPr/>
          </p:nvGrpSpPr>
          <p:grpSpPr>
            <a:xfrm>
              <a:off x="512123" y="3217831"/>
              <a:ext cx="1271587" cy="458673"/>
              <a:chOff x="500063" y="3227316"/>
              <a:chExt cx="1271587" cy="467483"/>
            </a:xfrm>
          </p:grpSpPr>
          <p:sp>
            <p:nvSpPr>
              <p:cNvPr id="10" name="Text 8"/>
              <p:cNvSpPr>
                <a:spLocks/>
              </p:cNvSpPr>
              <p:nvPr/>
            </p:nvSpPr>
            <p:spPr>
              <a:xfrm>
                <a:off x="500063" y="3227316"/>
                <a:ext cx="1271587" cy="221856"/>
              </a:xfrm>
              <a:prstGeom prst="rect">
                <a:avLst/>
              </a:prstGeom>
              <a:noFill/>
              <a:ln>
                <a:noFill/>
              </a:ln>
            </p:spPr>
            <p:txBody>
              <a:bodyPr wrap="square" lIns="381" tIns="381" rIns="381" bIns="381"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FFFFFF"/>
                    </a:solidFill>
                    <a:effectLst/>
                    <a:uLnTx/>
                    <a:uFillTx/>
                    <a:latin typeface="Calibri"/>
                    <a:ea typeface="Arial" pitchFamily="34" charset="-122"/>
                    <a:cs typeface="Arial" pitchFamily="34" charset="-120"/>
                  </a:rPr>
                  <a:t>2. Decision logic</a:t>
                </a:r>
                <a:endParaRPr kumimoji="0" lang="en-GB" sz="1100" b="0" i="0" u="none" strike="noStrike" kern="1200" cap="none" spc="0" normalizeH="0" baseline="0" noProof="0">
                  <a:ln>
                    <a:noFill/>
                  </a:ln>
                  <a:solidFill>
                    <a:srgbClr val="000000"/>
                  </a:solidFill>
                  <a:effectLst/>
                  <a:uLnTx/>
                  <a:uFillTx/>
                  <a:latin typeface="Calibri"/>
                  <a:ea typeface="+mn-ea"/>
                  <a:cs typeface="+mn-cs"/>
                </a:endParaRPr>
              </a:p>
            </p:txBody>
          </p:sp>
          <p:sp>
            <p:nvSpPr>
              <p:cNvPr id="11" name="Text 9"/>
              <p:cNvSpPr>
                <a:spLocks/>
              </p:cNvSpPr>
              <p:nvPr/>
            </p:nvSpPr>
            <p:spPr>
              <a:xfrm>
                <a:off x="500063" y="3441249"/>
                <a:ext cx="1271587" cy="253550"/>
              </a:xfrm>
              <a:prstGeom prst="rect">
                <a:avLst/>
              </a:prstGeom>
              <a:noFill/>
              <a:ln>
                <a:noFill/>
              </a:ln>
            </p:spPr>
            <p:txBody>
              <a:bodyPr wrap="square" lIns="381" tIns="381" rIns="381" bIns="381"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Calibri"/>
                    <a:ea typeface="Arial" pitchFamily="34" charset="-122"/>
                    <a:cs typeface="Arial" pitchFamily="34" charset="-120"/>
                  </a:rPr>
                  <a:t>Business rule engines</a:t>
                </a:r>
                <a:endParaRPr kumimoji="0" lang="en-GB" sz="1100" b="0" i="0" u="none" strike="noStrike" kern="1200" cap="none" spc="0" normalizeH="0" baseline="0" noProof="0">
                  <a:ln>
                    <a:noFill/>
                  </a:ln>
                  <a:solidFill>
                    <a:srgbClr val="000000"/>
                  </a:solidFill>
                  <a:effectLst/>
                  <a:uLnTx/>
                  <a:uFillTx/>
                  <a:latin typeface="Calibri"/>
                  <a:ea typeface="+mn-ea"/>
                  <a:cs typeface="+mn-cs"/>
                </a:endParaRPr>
              </a:p>
            </p:txBody>
          </p:sp>
        </p:grpSp>
        <p:sp>
          <p:nvSpPr>
            <p:cNvPr id="51" name="Shape 49"/>
            <p:cNvSpPr>
              <a:spLocks/>
            </p:cNvSpPr>
            <p:nvPr/>
          </p:nvSpPr>
          <p:spPr>
            <a:xfrm>
              <a:off x="1962150" y="2745707"/>
              <a:ext cx="2358302" cy="1014201"/>
            </a:xfrm>
            <a:prstGeom prst="rect">
              <a:avLst/>
            </a:prstGeom>
            <a:solidFill>
              <a:schemeClr val="bg1"/>
            </a:solidFill>
            <a:ln w="12700">
              <a:solidFill>
                <a:schemeClr val="accent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1B1B1B"/>
                  </a:solidFill>
                  <a:effectLst/>
                  <a:uLnTx/>
                  <a:uFillTx/>
                  <a:latin typeface="Calibri"/>
                  <a:ea typeface="Arial" pitchFamily="34" charset="-122"/>
                  <a:cs typeface="Arial" pitchFamily="34" charset="-120"/>
                </a:rPr>
                <a:t>Similar Deal &amp;</a:t>
              </a:r>
              <a:r>
                <a:rPr kumimoji="0" lang="en-GB" sz="900" b="0" i="0" u="none" strike="noStrike" kern="1200" cap="none" spc="0" normalizeH="0" baseline="0" noProof="0">
                  <a:ln>
                    <a:noFill/>
                  </a:ln>
                  <a:solidFill>
                    <a:srgbClr val="000000"/>
                  </a:solidFill>
                  <a:effectLst/>
                  <a:uLnTx/>
                  <a:uFillTx/>
                  <a:latin typeface="Calibri"/>
                  <a:ea typeface="+mn-ea"/>
                  <a:cs typeface="+mn-cs"/>
                </a:rPr>
                <a:t> </a:t>
              </a:r>
              <a:r>
                <a:rPr kumimoji="0" lang="en-GB" sz="900" b="1" i="0" u="none" strike="noStrike" kern="1200" cap="none" spc="0" normalizeH="0" baseline="0" noProof="0">
                  <a:ln>
                    <a:noFill/>
                  </a:ln>
                  <a:solidFill>
                    <a:srgbClr val="1B1B1B"/>
                  </a:solidFill>
                  <a:effectLst/>
                  <a:uLnTx/>
                  <a:uFillTx/>
                  <a:latin typeface="Calibri"/>
                  <a:ea typeface="Arial" pitchFamily="34" charset="-122"/>
                  <a:cs typeface="Arial" pitchFamily="34" charset="-120"/>
                </a:rPr>
                <a:t>Guidance Logic</a:t>
              </a:r>
              <a:endParaRPr kumimoji="0" lang="en-GB" sz="900" b="0" i="0" u="none" strike="noStrike" kern="1200" cap="none" spc="0" normalizeH="0" baseline="0" noProof="0">
                <a:ln>
                  <a:noFill/>
                </a:ln>
                <a:solidFill>
                  <a:srgbClr val="000000"/>
                </a:solidFill>
                <a:effectLst/>
                <a:uLnTx/>
                <a:uFillTx/>
                <a:latin typeface="Calibri"/>
                <a:ea typeface="+mn-ea"/>
                <a:cs typeface="+mn-cs"/>
              </a:endParaRPr>
            </a:p>
          </p:txBody>
        </p:sp>
        <p:sp>
          <p:nvSpPr>
            <p:cNvPr id="53" name="Text 51"/>
            <p:cNvSpPr>
              <a:spLocks/>
            </p:cNvSpPr>
            <p:nvPr/>
          </p:nvSpPr>
          <p:spPr>
            <a:xfrm>
              <a:off x="2053590" y="3042364"/>
              <a:ext cx="2186606" cy="332785"/>
            </a:xfrm>
            <a:prstGeom prst="rect">
              <a:avLst/>
            </a:prstGeom>
            <a:noFill/>
            <a:ln/>
          </p:spPr>
          <p:txBody>
            <a:bodyPr wrap="square" lIns="508" tIns="508" rIns="508" bIns="508" rtlCol="0" anchor="t">
              <a:noAutofit/>
            </a:bodyPr>
            <a:lstStyle/>
            <a:p>
              <a:pPr marL="107996" marR="0" lvl="0" indent="-107996" algn="l" defTabSz="914400" rtl="0" eaLnBrk="1" fontAlgn="auto" latinLnBrk="0" hangingPunct="1">
                <a:lnSpc>
                  <a:spcPct val="100000"/>
                </a:lnSpc>
                <a:spcBef>
                  <a:spcPts val="100"/>
                </a:spcBef>
                <a:spcAft>
                  <a:spcPts val="0"/>
                </a:spcAft>
                <a:buClrTx/>
                <a:buSzPct val="100000"/>
                <a:buFont typeface="Arial" panose="020B0604020202020204" pitchFamily="34" charset="0"/>
                <a:buChar char="•"/>
                <a:tabLst/>
                <a:defRPr/>
              </a:pPr>
              <a:r>
                <a:rPr kumimoji="0" lang="en-GB" sz="900" b="0" i="0" u="none" strike="noStrike" kern="1200" cap="none" spc="0" normalizeH="0" baseline="0" noProof="0">
                  <a:ln>
                    <a:noFill/>
                  </a:ln>
                  <a:solidFill>
                    <a:srgbClr val="1B1B1B"/>
                  </a:solidFill>
                  <a:effectLst/>
                  <a:uLnTx/>
                  <a:uFillTx/>
                  <a:latin typeface="Calibri"/>
                  <a:ea typeface="Arial" pitchFamily="34" charset="-122"/>
                  <a:cs typeface="Arial" pitchFamily="34" charset="-120"/>
                </a:rPr>
                <a:t>Compare to past deals</a:t>
              </a:r>
              <a:endParaRPr kumimoji="0" lang="en-GB" sz="900" b="0" i="0" u="none" strike="noStrike" kern="1200" cap="none" spc="0" normalizeH="0" baseline="0" noProof="0">
                <a:ln>
                  <a:noFill/>
                </a:ln>
                <a:solidFill>
                  <a:srgbClr val="000000"/>
                </a:solidFill>
                <a:effectLst/>
                <a:uLnTx/>
                <a:uFillTx/>
                <a:latin typeface="Calibri"/>
                <a:ea typeface="+mn-ea"/>
                <a:cs typeface="+mn-cs"/>
              </a:endParaRPr>
            </a:p>
            <a:p>
              <a:pPr marL="107996" marR="0" lvl="0" indent="-107996" algn="l" defTabSz="914400" rtl="0" eaLnBrk="1" fontAlgn="auto" latinLnBrk="0" hangingPunct="1">
                <a:lnSpc>
                  <a:spcPct val="100000"/>
                </a:lnSpc>
                <a:spcBef>
                  <a:spcPts val="100"/>
                </a:spcBef>
                <a:spcAft>
                  <a:spcPts val="0"/>
                </a:spcAft>
                <a:buClrTx/>
                <a:buSzPct val="100000"/>
                <a:buFont typeface="Arial" panose="020B0604020202020204" pitchFamily="34" charset="0"/>
                <a:buChar char="•"/>
                <a:tabLst/>
                <a:defRPr/>
              </a:pPr>
              <a:r>
                <a:rPr kumimoji="0" lang="en-GB" sz="900" b="0" i="0" u="none" strike="noStrike" kern="1200" cap="none" spc="0" normalizeH="0" baseline="0" noProof="0">
                  <a:ln>
                    <a:noFill/>
                  </a:ln>
                  <a:solidFill>
                    <a:srgbClr val="1B1B1B"/>
                  </a:solidFill>
                  <a:effectLst/>
                  <a:uLnTx/>
                  <a:uFillTx/>
                  <a:latin typeface="Calibri"/>
                  <a:ea typeface="Arial" pitchFamily="34" charset="-122"/>
                  <a:cs typeface="Arial" pitchFamily="34" charset="-120"/>
                </a:rPr>
                <a:t>Peer price benchmarks</a:t>
              </a:r>
              <a:endParaRPr kumimoji="0" lang="en-GB" sz="900" b="0" i="0" u="none" strike="noStrike" kern="1200" cap="none" spc="0" normalizeH="0" baseline="0" noProof="0">
                <a:ln>
                  <a:noFill/>
                </a:ln>
                <a:solidFill>
                  <a:srgbClr val="000000"/>
                </a:solidFill>
                <a:effectLst/>
                <a:uLnTx/>
                <a:uFillTx/>
                <a:latin typeface="Calibri"/>
                <a:ea typeface="+mn-ea"/>
                <a:cs typeface="+mn-cs"/>
              </a:endParaRPr>
            </a:p>
            <a:p>
              <a:pPr marL="107996" marR="0" lvl="0" indent="-107996" algn="l" defTabSz="914400" rtl="0" eaLnBrk="1" fontAlgn="auto" latinLnBrk="0" hangingPunct="1">
                <a:lnSpc>
                  <a:spcPct val="100000"/>
                </a:lnSpc>
                <a:spcBef>
                  <a:spcPts val="100"/>
                </a:spcBef>
                <a:spcAft>
                  <a:spcPts val="0"/>
                </a:spcAft>
                <a:buClrTx/>
                <a:buSzPct val="100000"/>
                <a:buFont typeface="Arial" panose="020B0604020202020204" pitchFamily="34" charset="0"/>
                <a:buChar char="•"/>
                <a:tabLst/>
                <a:defRPr/>
              </a:pPr>
              <a:r>
                <a:rPr kumimoji="0" lang="en-GB" sz="900" b="0" i="0" u="none" strike="noStrike" kern="1200" cap="none" spc="0" normalizeH="0" baseline="0" noProof="0">
                  <a:ln>
                    <a:noFill/>
                  </a:ln>
                  <a:solidFill>
                    <a:srgbClr val="1B1B1B"/>
                  </a:solidFill>
                  <a:effectLst/>
                  <a:uLnTx/>
                  <a:uFillTx/>
                  <a:latin typeface="Calibri"/>
                  <a:ea typeface="Arial" pitchFamily="34" charset="-122"/>
                  <a:cs typeface="Arial" pitchFamily="34" charset="-120"/>
                </a:rPr>
                <a:t>Pricing guidance</a:t>
              </a:r>
              <a:endParaRPr kumimoji="0" lang="en-GB" sz="900" b="0" i="0" u="none" strike="noStrike" kern="1200" cap="none" spc="0" normalizeH="0" baseline="0" noProof="0">
                <a:ln>
                  <a:noFill/>
                </a:ln>
                <a:solidFill>
                  <a:srgbClr val="000000"/>
                </a:solidFill>
                <a:effectLst/>
                <a:uLnTx/>
                <a:uFillTx/>
                <a:latin typeface="Calibri"/>
                <a:ea typeface="+mn-ea"/>
                <a:cs typeface="+mn-cs"/>
              </a:endParaRPr>
            </a:p>
          </p:txBody>
        </p:sp>
        <p:sp>
          <p:nvSpPr>
            <p:cNvPr id="54" name="Text 52"/>
            <p:cNvSpPr/>
            <p:nvPr/>
          </p:nvSpPr>
          <p:spPr>
            <a:xfrm>
              <a:off x="2264070" y="3605985"/>
              <a:ext cx="1754462" cy="110928"/>
            </a:xfrm>
            <a:prstGeom prst="rect">
              <a:avLst/>
            </a:prstGeom>
            <a:noFill/>
            <a:ln/>
          </p:spPr>
          <p:txBody>
            <a:bodyPr wrap="square" lIns="381" tIns="381" rIns="381" bIns="381"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9DE0"/>
                  </a:solidFill>
                  <a:effectLst/>
                  <a:uLnTx/>
                  <a:uFillTx/>
                  <a:latin typeface="Calibri"/>
                  <a:ea typeface="Arial" pitchFamily="34" charset="-122"/>
                  <a:cs typeface="Arial" pitchFamily="34" charset="-120"/>
                </a:rPr>
                <a:t>Status: New</a:t>
              </a:r>
              <a:endParaRPr kumimoji="0" lang="en-GB" sz="900" b="0" i="0" u="none" strike="noStrike" kern="1200" cap="none" spc="0" normalizeH="0" baseline="0" noProof="0">
                <a:ln>
                  <a:noFill/>
                </a:ln>
                <a:solidFill>
                  <a:srgbClr val="009DE0"/>
                </a:solidFill>
                <a:effectLst/>
                <a:uLnTx/>
                <a:uFillTx/>
                <a:latin typeface="Calibri"/>
                <a:ea typeface="+mn-ea"/>
                <a:cs typeface="+mn-cs"/>
              </a:endParaRPr>
            </a:p>
          </p:txBody>
        </p:sp>
        <p:sp>
          <p:nvSpPr>
            <p:cNvPr id="55" name="Shape 53"/>
            <p:cNvSpPr>
              <a:spLocks/>
            </p:cNvSpPr>
            <p:nvPr/>
          </p:nvSpPr>
          <p:spPr>
            <a:xfrm>
              <a:off x="4411892" y="2745707"/>
              <a:ext cx="2358302" cy="1014201"/>
            </a:xfrm>
            <a:prstGeom prst="rect">
              <a:avLst/>
            </a:prstGeom>
            <a:solidFill>
              <a:schemeClr val="bg1"/>
            </a:solidFill>
            <a:ln w="12700">
              <a:solidFill>
                <a:schemeClr val="accent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1B1B1B"/>
                  </a:solidFill>
                  <a:effectLst/>
                  <a:uLnTx/>
                  <a:uFillTx/>
                  <a:latin typeface="Calibri"/>
                  <a:ea typeface="Arial" pitchFamily="34" charset="-122"/>
                  <a:cs typeface="Arial" pitchFamily="34" charset="-120"/>
                </a:rPr>
                <a:t>Deal Score Logic</a:t>
              </a:r>
              <a:endParaRPr kumimoji="0" lang="en-GB" sz="900" b="0" i="0" u="none" strike="noStrike" kern="1200" cap="none" spc="0" normalizeH="0" baseline="0" noProof="0">
                <a:ln>
                  <a:noFill/>
                </a:ln>
                <a:solidFill>
                  <a:srgbClr val="000000"/>
                </a:solidFill>
                <a:effectLst/>
                <a:uLnTx/>
                <a:uFillTx/>
                <a:latin typeface="Calibri"/>
                <a:ea typeface="+mn-ea"/>
                <a:cs typeface="+mn-cs"/>
              </a:endParaRPr>
            </a:p>
          </p:txBody>
        </p:sp>
        <p:sp>
          <p:nvSpPr>
            <p:cNvPr id="57" name="Text 55"/>
            <p:cNvSpPr>
              <a:spLocks/>
            </p:cNvSpPr>
            <p:nvPr/>
          </p:nvSpPr>
          <p:spPr>
            <a:xfrm>
              <a:off x="4503332" y="3042364"/>
              <a:ext cx="2186606" cy="332785"/>
            </a:xfrm>
            <a:prstGeom prst="rect">
              <a:avLst/>
            </a:prstGeom>
            <a:noFill/>
            <a:ln/>
          </p:spPr>
          <p:txBody>
            <a:bodyPr wrap="square" lIns="508" tIns="508" rIns="508" bIns="508" rtlCol="0" anchor="t">
              <a:noAutofit/>
            </a:bodyPr>
            <a:lstStyle/>
            <a:p>
              <a:pPr marL="107996" marR="0" lvl="0" indent="-107996" algn="l" defTabSz="914400" rtl="0" eaLnBrk="1" fontAlgn="auto" latinLnBrk="0" hangingPunct="1">
                <a:lnSpc>
                  <a:spcPct val="100000"/>
                </a:lnSpc>
                <a:spcBef>
                  <a:spcPts val="100"/>
                </a:spcBef>
                <a:spcAft>
                  <a:spcPts val="0"/>
                </a:spcAft>
                <a:buClrTx/>
                <a:buSzPct val="100000"/>
                <a:buFont typeface="Arial" panose="020B0604020202020204" pitchFamily="34" charset="0"/>
                <a:buChar char="•"/>
                <a:tabLst/>
                <a:defRPr/>
              </a:pPr>
              <a:r>
                <a:rPr kumimoji="0" lang="en-GB" sz="900" b="0" i="0" u="none" strike="noStrike" kern="1200" cap="none" spc="0" normalizeH="0" baseline="0" noProof="0">
                  <a:ln>
                    <a:noFill/>
                  </a:ln>
                  <a:solidFill>
                    <a:srgbClr val="1B1B1B"/>
                  </a:solidFill>
                  <a:effectLst/>
                  <a:uLnTx/>
                  <a:uFillTx/>
                  <a:latin typeface="Calibri"/>
                  <a:ea typeface="Arial" pitchFamily="34" charset="-122"/>
                  <a:cs typeface="Arial" pitchFamily="34" charset="-120"/>
                </a:rPr>
                <a:t>Scores basket based on</a:t>
              </a:r>
              <a:endParaRPr kumimoji="0" lang="en-GB" sz="900" b="0" i="0" u="none" strike="noStrike" kern="1200" cap="none" spc="0" normalizeH="0" baseline="0" noProof="0">
                <a:ln>
                  <a:noFill/>
                </a:ln>
                <a:solidFill>
                  <a:srgbClr val="000000"/>
                </a:solidFill>
                <a:effectLst/>
                <a:uLnTx/>
                <a:uFillTx/>
                <a:latin typeface="Calibri"/>
                <a:ea typeface="+mn-ea"/>
                <a:cs typeface="+mn-cs"/>
              </a:endParaRPr>
            </a:p>
            <a:p>
              <a:pPr marL="107996" marR="0" lvl="0" indent="-107996" algn="l" defTabSz="914400" rtl="0" eaLnBrk="1" fontAlgn="auto" latinLnBrk="0" hangingPunct="1">
                <a:lnSpc>
                  <a:spcPct val="100000"/>
                </a:lnSpc>
                <a:spcBef>
                  <a:spcPts val="100"/>
                </a:spcBef>
                <a:spcAft>
                  <a:spcPts val="0"/>
                </a:spcAft>
                <a:buClrTx/>
                <a:buSzPct val="100000"/>
                <a:buFont typeface="Arial" panose="020B0604020202020204" pitchFamily="34" charset="0"/>
                <a:buChar char="•"/>
                <a:tabLst/>
                <a:defRPr/>
              </a:pPr>
              <a:r>
                <a:rPr kumimoji="0" lang="en-GB" sz="900" b="0" i="0" u="none" strike="noStrike" kern="1200" cap="none" spc="0" normalizeH="0" baseline="0" noProof="0">
                  <a:ln>
                    <a:noFill/>
                  </a:ln>
                  <a:solidFill>
                    <a:srgbClr val="1B1B1B"/>
                  </a:solidFill>
                  <a:effectLst/>
                  <a:uLnTx/>
                  <a:uFillTx/>
                  <a:latin typeface="Calibri"/>
                  <a:ea typeface="Arial" pitchFamily="34" charset="-122"/>
                  <a:cs typeface="Arial" pitchFamily="34" charset="-120"/>
                </a:rPr>
                <a:t>discount % vs. target</a:t>
              </a:r>
              <a:endParaRPr kumimoji="0" lang="en-GB" sz="900" b="0" i="0" u="none" strike="noStrike" kern="1200" cap="none" spc="0" normalizeH="0" baseline="0" noProof="0">
                <a:ln>
                  <a:noFill/>
                </a:ln>
                <a:solidFill>
                  <a:srgbClr val="000000"/>
                </a:solidFill>
                <a:effectLst/>
                <a:uLnTx/>
                <a:uFillTx/>
                <a:latin typeface="Calibri"/>
                <a:ea typeface="+mn-ea"/>
                <a:cs typeface="+mn-cs"/>
              </a:endParaRPr>
            </a:p>
            <a:p>
              <a:pPr marL="107996" marR="0" lvl="0" indent="-107996" algn="l" defTabSz="914400" rtl="0" eaLnBrk="1" fontAlgn="auto" latinLnBrk="0" hangingPunct="1">
                <a:lnSpc>
                  <a:spcPct val="100000"/>
                </a:lnSpc>
                <a:spcBef>
                  <a:spcPts val="100"/>
                </a:spcBef>
                <a:spcAft>
                  <a:spcPts val="0"/>
                </a:spcAft>
                <a:buClrTx/>
                <a:buSzPct val="100000"/>
                <a:buFont typeface="Arial" panose="020B0604020202020204" pitchFamily="34" charset="0"/>
                <a:buChar char="•"/>
                <a:tabLst/>
                <a:defRPr/>
              </a:pPr>
              <a:r>
                <a:rPr kumimoji="0" lang="en-GB" sz="900" b="0" i="0" u="none" strike="noStrike" kern="1200" cap="none" spc="0" normalizeH="0" baseline="0" noProof="0">
                  <a:ln>
                    <a:noFill/>
                  </a:ln>
                  <a:solidFill>
                    <a:srgbClr val="1B1B1B"/>
                  </a:solidFill>
                  <a:effectLst/>
                  <a:uLnTx/>
                  <a:uFillTx/>
                  <a:latin typeface="Calibri"/>
                  <a:ea typeface="Arial" pitchFamily="34" charset="-122"/>
                  <a:cs typeface="Arial" pitchFamily="34" charset="-120"/>
                </a:rPr>
                <a:t>and floor prices</a:t>
              </a:r>
              <a:endParaRPr kumimoji="0" lang="en-GB" sz="900" b="0" i="0" u="none" strike="noStrike" kern="1200" cap="none" spc="0" normalizeH="0" baseline="0" noProof="0">
                <a:ln>
                  <a:noFill/>
                </a:ln>
                <a:solidFill>
                  <a:srgbClr val="000000"/>
                </a:solidFill>
                <a:effectLst/>
                <a:uLnTx/>
                <a:uFillTx/>
                <a:latin typeface="Calibri"/>
                <a:ea typeface="+mn-ea"/>
                <a:cs typeface="+mn-cs"/>
              </a:endParaRPr>
            </a:p>
          </p:txBody>
        </p:sp>
        <p:sp>
          <p:nvSpPr>
            <p:cNvPr id="58" name="Text 56"/>
            <p:cNvSpPr/>
            <p:nvPr/>
          </p:nvSpPr>
          <p:spPr>
            <a:xfrm>
              <a:off x="4713812" y="3605985"/>
              <a:ext cx="1754462" cy="110928"/>
            </a:xfrm>
            <a:prstGeom prst="rect">
              <a:avLst/>
            </a:prstGeom>
            <a:noFill/>
            <a:ln/>
          </p:spPr>
          <p:txBody>
            <a:bodyPr wrap="square" lIns="381" tIns="381" rIns="381" bIns="381"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9DE0"/>
                  </a:solidFill>
                  <a:effectLst/>
                  <a:uLnTx/>
                  <a:uFillTx/>
                  <a:latin typeface="Calibri"/>
                  <a:ea typeface="Arial" pitchFamily="34" charset="-122"/>
                  <a:cs typeface="Arial" pitchFamily="34" charset="-120"/>
                </a:rPr>
                <a:t>Status: New</a:t>
              </a:r>
              <a:endParaRPr kumimoji="0" lang="en-GB" sz="900" b="0" i="0" u="none" strike="noStrike" kern="1200" cap="none" spc="0" normalizeH="0" baseline="0" noProof="0">
                <a:ln>
                  <a:noFill/>
                </a:ln>
                <a:solidFill>
                  <a:srgbClr val="009DE0"/>
                </a:solidFill>
                <a:effectLst/>
                <a:uLnTx/>
                <a:uFillTx/>
                <a:latin typeface="Calibri"/>
                <a:ea typeface="+mn-ea"/>
                <a:cs typeface="+mn-cs"/>
              </a:endParaRPr>
            </a:p>
          </p:txBody>
        </p:sp>
        <p:sp>
          <p:nvSpPr>
            <p:cNvPr id="59" name="Shape 57"/>
            <p:cNvSpPr>
              <a:spLocks/>
            </p:cNvSpPr>
            <p:nvPr/>
          </p:nvSpPr>
          <p:spPr>
            <a:xfrm>
              <a:off x="6861634" y="2745707"/>
              <a:ext cx="2358302" cy="1014201"/>
            </a:xfrm>
            <a:prstGeom prst="rect">
              <a:avLst/>
            </a:prstGeom>
            <a:solidFill>
              <a:schemeClr val="bg1"/>
            </a:solidFill>
            <a:ln w="12700">
              <a:solidFill>
                <a:schemeClr val="accent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1B1B1B"/>
                  </a:solidFill>
                  <a:effectLst/>
                  <a:uLnTx/>
                  <a:uFillTx/>
                  <a:latin typeface="Calibri"/>
                  <a:ea typeface="Arial" pitchFamily="34" charset="-122"/>
                  <a:cs typeface="Arial" pitchFamily="34" charset="-120"/>
                </a:rPr>
                <a:t>Approval Thresholds</a:t>
              </a:r>
              <a:endParaRPr kumimoji="0" lang="en-GB" sz="900" b="0" i="0" u="none" strike="noStrike" kern="1200" cap="none" spc="0" normalizeH="0" baseline="0" noProof="0">
                <a:ln>
                  <a:noFill/>
                </a:ln>
                <a:solidFill>
                  <a:srgbClr val="000000"/>
                </a:solidFill>
                <a:effectLst/>
                <a:uLnTx/>
                <a:uFillTx/>
                <a:latin typeface="Calibri"/>
                <a:ea typeface="+mn-ea"/>
                <a:cs typeface="+mn-cs"/>
              </a:endParaRPr>
            </a:p>
          </p:txBody>
        </p:sp>
        <p:sp>
          <p:nvSpPr>
            <p:cNvPr id="61" name="Text 59"/>
            <p:cNvSpPr>
              <a:spLocks/>
            </p:cNvSpPr>
            <p:nvPr/>
          </p:nvSpPr>
          <p:spPr>
            <a:xfrm>
              <a:off x="6953074" y="3042364"/>
              <a:ext cx="2186606" cy="332785"/>
            </a:xfrm>
            <a:prstGeom prst="rect">
              <a:avLst/>
            </a:prstGeom>
            <a:noFill/>
            <a:ln/>
          </p:spPr>
          <p:txBody>
            <a:bodyPr wrap="square" lIns="508" tIns="508" rIns="508" bIns="508" rtlCol="0" anchor="t">
              <a:normAutofit/>
            </a:bodyPr>
            <a:lstStyle/>
            <a:p>
              <a:pPr marL="107996" marR="0" lvl="0" indent="-107996" algn="l" defTabSz="914400" rtl="0" eaLnBrk="1" fontAlgn="auto" latinLnBrk="0" hangingPunct="1">
                <a:lnSpc>
                  <a:spcPct val="100000"/>
                </a:lnSpc>
                <a:spcBef>
                  <a:spcPts val="100"/>
                </a:spcBef>
                <a:spcAft>
                  <a:spcPts val="0"/>
                </a:spcAft>
                <a:buClrTx/>
                <a:buSzPct val="100000"/>
                <a:buFont typeface="Arial" panose="020B0604020202020204" pitchFamily="34" charset="0"/>
                <a:buChar char="•"/>
                <a:tabLst/>
                <a:defRPr/>
              </a:pPr>
              <a:r>
                <a:rPr kumimoji="0" lang="en-GB" sz="900" b="0" i="0" u="none" strike="noStrike" kern="1200" cap="none" spc="0" normalizeH="0" baseline="0" noProof="0">
                  <a:ln>
                    <a:noFill/>
                  </a:ln>
                  <a:solidFill>
                    <a:srgbClr val="1B1B1B"/>
                  </a:solidFill>
                  <a:effectLst/>
                  <a:uLnTx/>
                  <a:uFillTx/>
                  <a:latin typeface="Calibri"/>
                  <a:ea typeface="Arial" pitchFamily="34" charset="-122"/>
                  <a:cs typeface="Arial" pitchFamily="34" charset="-120"/>
                </a:rPr>
                <a:t>Required approval level</a:t>
              </a:r>
              <a:endParaRPr kumimoji="0" lang="en-GB" sz="900" b="0" i="0" u="none" strike="noStrike" kern="1200" cap="none" spc="0" normalizeH="0" baseline="0" noProof="0">
                <a:ln>
                  <a:noFill/>
                </a:ln>
                <a:solidFill>
                  <a:srgbClr val="000000"/>
                </a:solidFill>
                <a:effectLst/>
                <a:uLnTx/>
                <a:uFillTx/>
                <a:latin typeface="Calibri"/>
                <a:ea typeface="+mn-ea"/>
                <a:cs typeface="+mn-cs"/>
              </a:endParaRPr>
            </a:p>
            <a:p>
              <a:pPr marL="107996" marR="0" lvl="0" indent="-107996" algn="l" defTabSz="914400" rtl="0" eaLnBrk="1" fontAlgn="auto" latinLnBrk="0" hangingPunct="1">
                <a:lnSpc>
                  <a:spcPct val="100000"/>
                </a:lnSpc>
                <a:spcBef>
                  <a:spcPts val="100"/>
                </a:spcBef>
                <a:spcAft>
                  <a:spcPts val="0"/>
                </a:spcAft>
                <a:buClrTx/>
                <a:buSzPct val="100000"/>
                <a:buFont typeface="Arial" panose="020B0604020202020204" pitchFamily="34" charset="0"/>
                <a:buChar char="•"/>
                <a:tabLst/>
                <a:defRPr/>
              </a:pPr>
              <a:r>
                <a:rPr kumimoji="0" lang="en-GB" sz="900" b="0" i="0" u="none" strike="noStrike" kern="1200" cap="none" spc="0" normalizeH="0" baseline="0" noProof="0">
                  <a:ln>
                    <a:noFill/>
                  </a:ln>
                  <a:solidFill>
                    <a:srgbClr val="1B1B1B"/>
                  </a:solidFill>
                  <a:effectLst/>
                  <a:uLnTx/>
                  <a:uFillTx/>
                  <a:latin typeface="Calibri"/>
                  <a:ea typeface="Arial" pitchFamily="34" charset="-122"/>
                  <a:cs typeface="Arial" pitchFamily="34" charset="-120"/>
                </a:rPr>
                <a:t>by deal score and size</a:t>
              </a:r>
              <a:endParaRPr kumimoji="0" lang="en-GB" sz="900" b="0" i="0" u="none" strike="noStrike" kern="1200" cap="none" spc="0" normalizeH="0" baseline="0" noProof="0">
                <a:ln>
                  <a:noFill/>
                </a:ln>
                <a:solidFill>
                  <a:srgbClr val="000000"/>
                </a:solidFill>
                <a:effectLst/>
                <a:uLnTx/>
                <a:uFillTx/>
                <a:latin typeface="Calibri"/>
                <a:ea typeface="+mn-ea"/>
                <a:cs typeface="+mn-cs"/>
              </a:endParaRPr>
            </a:p>
          </p:txBody>
        </p:sp>
        <p:sp>
          <p:nvSpPr>
            <p:cNvPr id="62" name="Text 60"/>
            <p:cNvSpPr/>
            <p:nvPr/>
          </p:nvSpPr>
          <p:spPr>
            <a:xfrm>
              <a:off x="7163554" y="3605985"/>
              <a:ext cx="1754462" cy="110928"/>
            </a:xfrm>
            <a:prstGeom prst="rect">
              <a:avLst/>
            </a:prstGeom>
            <a:noFill/>
            <a:ln/>
          </p:spPr>
          <p:txBody>
            <a:bodyPr wrap="square" lIns="381" tIns="381" rIns="381" bIns="381"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9DE0"/>
                  </a:solidFill>
                  <a:effectLst/>
                  <a:uLnTx/>
                  <a:uFillTx/>
                  <a:latin typeface="Calibri"/>
                  <a:ea typeface="Arial" pitchFamily="34" charset="-122"/>
                  <a:cs typeface="Arial" pitchFamily="34" charset="-120"/>
                </a:rPr>
                <a:t>Status: New</a:t>
              </a:r>
              <a:endParaRPr kumimoji="0" lang="en-GB" sz="900" b="0" i="0" u="none" strike="noStrike" kern="1200" cap="none" spc="0" normalizeH="0" baseline="0" noProof="0">
                <a:ln>
                  <a:noFill/>
                </a:ln>
                <a:solidFill>
                  <a:srgbClr val="009DE0"/>
                </a:solidFill>
                <a:effectLst/>
                <a:uLnTx/>
                <a:uFillTx/>
                <a:latin typeface="Calibri"/>
                <a:ea typeface="+mn-ea"/>
                <a:cs typeface="+mn-cs"/>
              </a:endParaRPr>
            </a:p>
          </p:txBody>
        </p:sp>
        <p:sp>
          <p:nvSpPr>
            <p:cNvPr id="65" name="Text 63"/>
            <p:cNvSpPr>
              <a:spLocks/>
            </p:cNvSpPr>
            <p:nvPr/>
          </p:nvSpPr>
          <p:spPr>
            <a:xfrm>
              <a:off x="9402816" y="3042364"/>
              <a:ext cx="2186606" cy="332785"/>
            </a:xfrm>
            <a:prstGeom prst="rect">
              <a:avLst/>
            </a:prstGeom>
            <a:noFill/>
            <a:ln/>
          </p:spPr>
          <p:txBody>
            <a:bodyPr wrap="square" lIns="508" tIns="508" rIns="508" bIns="508" rtlCol="0" anchor="t">
              <a:noAutofit/>
            </a:bodyPr>
            <a:lstStyle/>
            <a:p>
              <a:pPr marL="107996" marR="0" lvl="0" indent="-107996" algn="l" defTabSz="914400" rtl="0" eaLnBrk="1" fontAlgn="auto" latinLnBrk="0" hangingPunct="1">
                <a:lnSpc>
                  <a:spcPct val="100000"/>
                </a:lnSpc>
                <a:spcBef>
                  <a:spcPts val="100"/>
                </a:spcBef>
                <a:spcAft>
                  <a:spcPts val="0"/>
                </a:spcAft>
                <a:buClrTx/>
                <a:buSzPct val="100000"/>
                <a:buFont typeface="Arial" panose="020B0604020202020204" pitchFamily="34" charset="0"/>
                <a:buChar char="•"/>
                <a:tabLst/>
                <a:defRPr/>
              </a:pPr>
              <a:r>
                <a:rPr kumimoji="0" lang="en-GB" sz="900" b="0" i="0" u="none" strike="noStrike" kern="1200" cap="none" spc="0" normalizeH="0" baseline="0" noProof="0">
                  <a:ln>
                    <a:noFill/>
                  </a:ln>
                  <a:solidFill>
                    <a:srgbClr val="1B1B1B"/>
                  </a:solidFill>
                  <a:effectLst/>
                  <a:uLnTx/>
                  <a:uFillTx/>
                  <a:latin typeface="Calibri"/>
                  <a:ea typeface="Arial" pitchFamily="34" charset="-122"/>
                  <a:cs typeface="Arial" pitchFamily="34" charset="-120"/>
                </a:rPr>
                <a:t>Map approval level to</a:t>
              </a:r>
              <a:endParaRPr kumimoji="0" lang="en-GB" sz="900" b="0" i="0" u="none" strike="noStrike" kern="1200" cap="none" spc="0" normalizeH="0" baseline="0" noProof="0">
                <a:ln>
                  <a:noFill/>
                </a:ln>
                <a:solidFill>
                  <a:srgbClr val="000000"/>
                </a:solidFill>
                <a:effectLst/>
                <a:uLnTx/>
                <a:uFillTx/>
                <a:latin typeface="Calibri"/>
                <a:ea typeface="+mn-ea"/>
                <a:cs typeface="+mn-cs"/>
              </a:endParaRPr>
            </a:p>
            <a:p>
              <a:pPr marL="107996" marR="0" lvl="0" indent="-107996" algn="l" defTabSz="914400" rtl="0" eaLnBrk="1" fontAlgn="auto" latinLnBrk="0" hangingPunct="1">
                <a:lnSpc>
                  <a:spcPct val="100000"/>
                </a:lnSpc>
                <a:spcBef>
                  <a:spcPts val="100"/>
                </a:spcBef>
                <a:spcAft>
                  <a:spcPts val="0"/>
                </a:spcAft>
                <a:buClrTx/>
                <a:buSzPct val="100000"/>
                <a:buFont typeface="Arial" panose="020B0604020202020204" pitchFamily="34" charset="0"/>
                <a:buChar char="•"/>
                <a:tabLst/>
                <a:defRPr/>
              </a:pPr>
              <a:r>
                <a:rPr kumimoji="0" lang="en-GB" sz="900" b="0" i="0" u="none" strike="noStrike" kern="1200" cap="none" spc="0" normalizeH="0" baseline="0" noProof="0">
                  <a:ln>
                    <a:noFill/>
                  </a:ln>
                  <a:solidFill>
                    <a:srgbClr val="1B1B1B"/>
                  </a:solidFill>
                  <a:effectLst/>
                  <a:uLnTx/>
                  <a:uFillTx/>
                  <a:latin typeface="Calibri"/>
                  <a:ea typeface="Arial" pitchFamily="34" charset="-122"/>
                  <a:cs typeface="Arial" pitchFamily="34" charset="-120"/>
                </a:rPr>
                <a:t>specific approvers</a:t>
              </a:r>
              <a:endParaRPr kumimoji="0" lang="en-GB" sz="900" b="0" i="0" u="none" strike="noStrike" kern="1200" cap="none" spc="0" normalizeH="0" baseline="0" noProof="0">
                <a:ln>
                  <a:noFill/>
                </a:ln>
                <a:solidFill>
                  <a:srgbClr val="000000"/>
                </a:solidFill>
                <a:effectLst/>
                <a:uLnTx/>
                <a:uFillTx/>
                <a:latin typeface="Calibri"/>
                <a:ea typeface="+mn-ea"/>
                <a:cs typeface="+mn-cs"/>
              </a:endParaRPr>
            </a:p>
            <a:p>
              <a:pPr marL="107996" marR="0" lvl="0" indent="-107996" algn="l" defTabSz="914400" rtl="0" eaLnBrk="1" fontAlgn="auto" latinLnBrk="0" hangingPunct="1">
                <a:lnSpc>
                  <a:spcPct val="100000"/>
                </a:lnSpc>
                <a:spcBef>
                  <a:spcPts val="100"/>
                </a:spcBef>
                <a:spcAft>
                  <a:spcPts val="0"/>
                </a:spcAft>
                <a:buClrTx/>
                <a:buSzPct val="100000"/>
                <a:buFont typeface="Arial" panose="020B0604020202020204" pitchFamily="34" charset="0"/>
                <a:buChar char="•"/>
                <a:tabLst/>
                <a:defRPr/>
              </a:pPr>
              <a:r>
                <a:rPr kumimoji="0" lang="en-GB" sz="900" b="0" i="0" u="none" strike="noStrike" kern="1200" cap="none" spc="0" normalizeH="0" baseline="0" noProof="0">
                  <a:ln>
                    <a:noFill/>
                  </a:ln>
                  <a:solidFill>
                    <a:srgbClr val="1B1B1B"/>
                  </a:solidFill>
                  <a:effectLst/>
                  <a:uLnTx/>
                  <a:uFillTx/>
                  <a:latin typeface="Calibri"/>
                  <a:ea typeface="Arial" pitchFamily="34" charset="-122"/>
                  <a:cs typeface="Arial" pitchFamily="34" charset="-120"/>
                </a:rPr>
                <a:t>(roles / people)</a:t>
              </a:r>
              <a:endParaRPr kumimoji="0" lang="en-GB" sz="900" b="0" i="0" u="none" strike="noStrike" kern="1200" cap="none" spc="0" normalizeH="0" baseline="0" noProof="0">
                <a:ln>
                  <a:noFill/>
                </a:ln>
                <a:solidFill>
                  <a:srgbClr val="000000"/>
                </a:solidFill>
                <a:effectLst/>
                <a:uLnTx/>
                <a:uFillTx/>
                <a:latin typeface="Calibri"/>
                <a:ea typeface="+mn-ea"/>
                <a:cs typeface="+mn-cs"/>
              </a:endParaRPr>
            </a:p>
          </p:txBody>
        </p:sp>
        <p:sp>
          <p:nvSpPr>
            <p:cNvPr id="66" name="Text 64"/>
            <p:cNvSpPr/>
            <p:nvPr/>
          </p:nvSpPr>
          <p:spPr>
            <a:xfrm>
              <a:off x="9613296" y="3605985"/>
              <a:ext cx="1754462" cy="110928"/>
            </a:xfrm>
            <a:prstGeom prst="rect">
              <a:avLst/>
            </a:prstGeom>
            <a:noFill/>
            <a:ln/>
          </p:spPr>
          <p:txBody>
            <a:bodyPr wrap="square" lIns="381" tIns="381" rIns="381" bIns="381"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9DE0"/>
                  </a:solidFill>
                  <a:effectLst/>
                  <a:uLnTx/>
                  <a:uFillTx/>
                  <a:latin typeface="Calibri"/>
                  <a:ea typeface="Arial" pitchFamily="34" charset="-122"/>
                  <a:cs typeface="Arial" pitchFamily="34" charset="-120"/>
                </a:rPr>
                <a:t>Source: CRM</a:t>
              </a:r>
              <a:endParaRPr kumimoji="0" lang="en-GB" sz="900" b="0" i="0" u="none" strike="noStrike" kern="1200" cap="none" spc="0" normalizeH="0" baseline="0" noProof="0">
                <a:ln>
                  <a:noFill/>
                </a:ln>
                <a:solidFill>
                  <a:srgbClr val="009DE0"/>
                </a:solidFill>
                <a:effectLst/>
                <a:uLnTx/>
                <a:uFillTx/>
                <a:latin typeface="Calibri"/>
                <a:ea typeface="+mn-ea"/>
                <a:cs typeface="+mn-cs"/>
              </a:endParaRPr>
            </a:p>
          </p:txBody>
        </p:sp>
        <p:sp>
          <p:nvSpPr>
            <p:cNvPr id="142" name="Rectangle 141">
              <a:extLst>
                <a:ext uri="{FF2B5EF4-FFF2-40B4-BE49-F238E27FC236}">
                  <a16:creationId xmlns:a16="http://schemas.microsoft.com/office/drawing/2014/main" id="{CE89A72A-521A-D11C-BF17-3DB26F78E00A}"/>
                </a:ext>
              </a:extLst>
            </p:cNvPr>
            <p:cNvSpPr/>
            <p:nvPr/>
          </p:nvSpPr>
          <p:spPr>
            <a:xfrm>
              <a:off x="6070600" y="2689185"/>
              <a:ext cx="50800" cy="50800"/>
            </a:xfrm>
            <a:prstGeom prst="rect">
              <a:avLst/>
            </a:prstGeom>
            <a:noFill/>
            <a:ln w="9525" cap="flat" cmpd="sng" algn="ctr">
              <a:noFill/>
              <a:prstDash val="solid"/>
              <a:miter lim="800000"/>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srgbClr val="000000"/>
                </a:solidFill>
                <a:effectLst/>
                <a:uLnTx/>
                <a:uFillTx/>
                <a:latin typeface="Calibri"/>
                <a:ea typeface="+mn-ea"/>
                <a:cs typeface="+mn-cs"/>
              </a:endParaRPr>
            </a:p>
          </p:txBody>
        </p:sp>
        <p:pic>
          <p:nvPicPr>
            <p:cNvPr id="203" name="ico-logic">
              <a:extLst>
                <a:ext uri="{FF2B5EF4-FFF2-40B4-BE49-F238E27FC236}">
                  <a16:creationId xmlns:a16="http://schemas.microsoft.com/office/drawing/2014/main" id="{77127333-2A1E-835A-D736-19FA51EB682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9316" y="2748437"/>
              <a:ext cx="457200" cy="457200"/>
            </a:xfrm>
            <a:prstGeom prst="rect">
              <a:avLst/>
            </a:prstGeom>
          </p:spPr>
        </p:pic>
      </p:grpSp>
      <p:grpSp>
        <p:nvGrpSpPr>
          <p:cNvPr id="210" name="Group 209">
            <a:extLst>
              <a:ext uri="{FF2B5EF4-FFF2-40B4-BE49-F238E27FC236}">
                <a16:creationId xmlns:a16="http://schemas.microsoft.com/office/drawing/2014/main" id="{642E4559-0C63-BDC1-15E4-BB0ED1813BD1}"/>
              </a:ext>
            </a:extLst>
          </p:cNvPr>
          <p:cNvGrpSpPr/>
          <p:nvPr/>
        </p:nvGrpSpPr>
        <p:grpSpPr>
          <a:xfrm>
            <a:off x="457200" y="3981370"/>
            <a:ext cx="11277600" cy="1127245"/>
            <a:chOff x="457200" y="3981370"/>
            <a:chExt cx="11277600" cy="1127245"/>
          </a:xfrm>
        </p:grpSpPr>
        <p:sp>
          <p:nvSpPr>
            <p:cNvPr id="12" name="Shape 10"/>
            <p:cNvSpPr>
              <a:spLocks/>
            </p:cNvSpPr>
            <p:nvPr/>
          </p:nvSpPr>
          <p:spPr>
            <a:xfrm>
              <a:off x="1870074" y="3981370"/>
              <a:ext cx="9864726" cy="1127245"/>
            </a:xfrm>
            <a:prstGeom prst="rect">
              <a:avLst/>
            </a:prstGeom>
            <a:solidFill>
              <a:srgbClr val="ADDFB3"/>
            </a:solidFill>
            <a:ln w="1270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srgbClr val="000000"/>
                </a:solidFill>
                <a:effectLst/>
                <a:uLnTx/>
                <a:uFillTx/>
                <a:latin typeface="Calibri"/>
                <a:ea typeface="+mn-ea"/>
                <a:cs typeface="+mn-cs"/>
              </a:endParaRPr>
            </a:p>
          </p:txBody>
        </p:sp>
        <p:sp>
          <p:nvSpPr>
            <p:cNvPr id="166" name="Shape 73">
              <a:extLst>
                <a:ext uri="{FF2B5EF4-FFF2-40B4-BE49-F238E27FC236}">
                  <a16:creationId xmlns:a16="http://schemas.microsoft.com/office/drawing/2014/main" id="{6DF8D718-370F-AC29-A66C-5A0342EBDF90}"/>
                </a:ext>
              </a:extLst>
            </p:cNvPr>
            <p:cNvSpPr>
              <a:spLocks/>
            </p:cNvSpPr>
            <p:nvPr/>
          </p:nvSpPr>
          <p:spPr>
            <a:xfrm>
              <a:off x="1962150" y="4037892"/>
              <a:ext cx="3174882" cy="1014201"/>
            </a:xfrm>
            <a:prstGeom prst="rect">
              <a:avLst/>
            </a:prstGeom>
            <a:solidFill>
              <a:schemeClr val="bg1"/>
            </a:solidFill>
            <a:ln w="12700">
              <a:solidFill>
                <a:schemeClr val="accent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1B1B1B"/>
                  </a:solidFill>
                  <a:effectLst/>
                  <a:uLnTx/>
                  <a:uFillTx/>
                  <a:latin typeface="Calibri"/>
                  <a:ea typeface="Arial" pitchFamily="34" charset="-122"/>
                  <a:cs typeface="Arial" pitchFamily="34" charset="-120"/>
                </a:rPr>
                <a:t>Opportunity / Quote in CRM</a:t>
              </a:r>
              <a:endParaRPr kumimoji="0" lang="en-GB" sz="900" b="0" i="0" u="none" strike="noStrike" kern="1200" cap="none" spc="0" normalizeH="0" baseline="0" noProof="0">
                <a:ln>
                  <a:noFill/>
                </a:ln>
                <a:solidFill>
                  <a:srgbClr val="000000"/>
                </a:solidFill>
                <a:effectLst/>
                <a:uLnTx/>
                <a:uFillTx/>
                <a:latin typeface="Calibri"/>
                <a:ea typeface="+mn-ea"/>
                <a:cs typeface="+mn-cs"/>
              </a:endParaRPr>
            </a:p>
          </p:txBody>
        </p:sp>
        <p:sp>
          <p:nvSpPr>
            <p:cNvPr id="13" name="Shape 11"/>
            <p:cNvSpPr/>
            <p:nvPr/>
          </p:nvSpPr>
          <p:spPr>
            <a:xfrm>
              <a:off x="457200" y="3981370"/>
              <a:ext cx="1381432" cy="1127245"/>
            </a:xfrm>
            <a:prstGeom prst="rect">
              <a:avLst/>
            </a:prstGeom>
            <a:solidFill>
              <a:schemeClr val="accent6"/>
            </a:solidFill>
            <a:ln w="1270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srgbClr val="000000"/>
                </a:solidFill>
                <a:effectLst/>
                <a:uLnTx/>
                <a:uFillTx/>
                <a:latin typeface="Calibri"/>
                <a:ea typeface="+mn-ea"/>
                <a:cs typeface="+mn-cs"/>
              </a:endParaRPr>
            </a:p>
          </p:txBody>
        </p:sp>
        <p:grpSp>
          <p:nvGrpSpPr>
            <p:cNvPr id="118" name="Group 117">
              <a:extLst>
                <a:ext uri="{FF2B5EF4-FFF2-40B4-BE49-F238E27FC236}">
                  <a16:creationId xmlns:a16="http://schemas.microsoft.com/office/drawing/2014/main" id="{27B07058-5BB0-E91F-9397-7E1F537A699C}"/>
                </a:ext>
              </a:extLst>
            </p:cNvPr>
            <p:cNvGrpSpPr/>
            <p:nvPr/>
          </p:nvGrpSpPr>
          <p:grpSpPr>
            <a:xfrm>
              <a:off x="512123" y="4510020"/>
              <a:ext cx="1271587" cy="458673"/>
              <a:chOff x="500063" y="4534685"/>
              <a:chExt cx="1271587" cy="467483"/>
            </a:xfrm>
          </p:grpSpPr>
          <p:sp>
            <p:nvSpPr>
              <p:cNvPr id="14" name="Text 12"/>
              <p:cNvSpPr>
                <a:spLocks/>
              </p:cNvSpPr>
              <p:nvPr/>
            </p:nvSpPr>
            <p:spPr>
              <a:xfrm>
                <a:off x="500063" y="4534685"/>
                <a:ext cx="1271587" cy="221856"/>
              </a:xfrm>
              <a:prstGeom prst="rect">
                <a:avLst/>
              </a:prstGeom>
              <a:noFill/>
              <a:ln>
                <a:noFill/>
              </a:ln>
            </p:spPr>
            <p:txBody>
              <a:bodyPr wrap="square" lIns="381" tIns="381" rIns="381" bIns="381"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FFFFFF"/>
                    </a:solidFill>
                    <a:effectLst/>
                    <a:uLnTx/>
                    <a:uFillTx/>
                    <a:latin typeface="Calibri"/>
                    <a:ea typeface="Arial" pitchFamily="34" charset="-122"/>
                    <a:cs typeface="Arial" pitchFamily="34" charset="-120"/>
                  </a:rPr>
                  <a:t>3. CRM workflow</a:t>
                </a:r>
                <a:endParaRPr kumimoji="0" lang="en-GB" sz="1100" b="0" i="0" u="none" strike="noStrike" kern="1200" cap="none" spc="0" normalizeH="0" baseline="0" noProof="0">
                  <a:ln>
                    <a:noFill/>
                  </a:ln>
                  <a:solidFill>
                    <a:srgbClr val="000000"/>
                  </a:solidFill>
                  <a:effectLst/>
                  <a:uLnTx/>
                  <a:uFillTx/>
                  <a:latin typeface="Calibri"/>
                  <a:ea typeface="+mn-ea"/>
                  <a:cs typeface="+mn-cs"/>
                </a:endParaRPr>
              </a:p>
            </p:txBody>
          </p:sp>
          <p:sp>
            <p:nvSpPr>
              <p:cNvPr id="15" name="Text 13"/>
              <p:cNvSpPr>
                <a:spLocks/>
              </p:cNvSpPr>
              <p:nvPr/>
            </p:nvSpPr>
            <p:spPr>
              <a:xfrm>
                <a:off x="500063" y="4748618"/>
                <a:ext cx="1271587" cy="253550"/>
              </a:xfrm>
              <a:prstGeom prst="rect">
                <a:avLst/>
              </a:prstGeom>
              <a:noFill/>
              <a:ln>
                <a:noFill/>
              </a:ln>
            </p:spPr>
            <p:txBody>
              <a:bodyPr wrap="square" lIns="381" tIns="381" rIns="381" bIns="381"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Calibri"/>
                    <a:ea typeface="Arial" pitchFamily="34" charset="-122"/>
                    <a:cs typeface="Arial" pitchFamily="34" charset="-120"/>
                  </a:rPr>
                  <a:t>(Transactional layer)</a:t>
                </a:r>
                <a:endParaRPr kumimoji="0" lang="en-GB" sz="1100" b="0" i="0" u="none" strike="noStrike" kern="1200" cap="none" spc="0" normalizeH="0" baseline="0" noProof="0">
                  <a:ln>
                    <a:noFill/>
                  </a:ln>
                  <a:solidFill>
                    <a:srgbClr val="000000"/>
                  </a:solidFill>
                  <a:effectLst/>
                  <a:uLnTx/>
                  <a:uFillTx/>
                  <a:latin typeface="Calibri"/>
                  <a:ea typeface="+mn-ea"/>
                  <a:cs typeface="+mn-cs"/>
                </a:endParaRPr>
              </a:p>
            </p:txBody>
          </p:sp>
        </p:grpSp>
        <p:sp>
          <p:nvSpPr>
            <p:cNvPr id="77" name="Text 75"/>
            <p:cNvSpPr>
              <a:spLocks/>
            </p:cNvSpPr>
            <p:nvPr/>
          </p:nvSpPr>
          <p:spPr>
            <a:xfrm>
              <a:off x="2053590" y="4270797"/>
              <a:ext cx="3004544" cy="396172"/>
            </a:xfrm>
            <a:prstGeom prst="rect">
              <a:avLst/>
            </a:prstGeom>
            <a:noFill/>
            <a:ln/>
          </p:spPr>
          <p:txBody>
            <a:bodyPr wrap="square" lIns="508" tIns="508" rIns="508" bIns="508" rtlCol="0" anchor="t">
              <a:noAutofit/>
            </a:bodyPr>
            <a:lstStyle/>
            <a:p>
              <a:pPr marL="107996" marR="0" lvl="0" indent="-107996" algn="l" defTabSz="914400" rtl="0" eaLnBrk="1" fontAlgn="auto" latinLnBrk="0" hangingPunct="1">
                <a:lnSpc>
                  <a:spcPct val="100000"/>
                </a:lnSpc>
                <a:spcBef>
                  <a:spcPts val="100"/>
                </a:spcBef>
                <a:spcAft>
                  <a:spcPts val="0"/>
                </a:spcAft>
                <a:buClrTx/>
                <a:buSzPct val="100000"/>
                <a:buFont typeface="Arial" panose="020B0604020202020204" pitchFamily="34" charset="0"/>
                <a:buChar char="•"/>
                <a:tabLst/>
                <a:defRPr/>
              </a:pPr>
              <a:r>
                <a:rPr kumimoji="0" lang="en-GB" sz="900" b="0" i="0" u="none" strike="noStrike" kern="1200" cap="none" spc="0" normalizeH="0" baseline="0" noProof="0">
                  <a:ln>
                    <a:noFill/>
                  </a:ln>
                  <a:solidFill>
                    <a:srgbClr val="1B1B1B"/>
                  </a:solidFill>
                  <a:effectLst/>
                  <a:uLnTx/>
                  <a:uFillTx/>
                  <a:latin typeface="Calibri"/>
                  <a:ea typeface="Arial" pitchFamily="34" charset="-122"/>
                  <a:cs typeface="Arial" pitchFamily="34" charset="-120"/>
                </a:rPr>
                <a:t>Pulls customer, price, and cost data</a:t>
              </a:r>
              <a:endParaRPr kumimoji="0" lang="en-GB" sz="900" b="0" i="0" u="none" strike="noStrike" kern="1200" cap="none" spc="0" normalizeH="0" baseline="0" noProof="0">
                <a:ln>
                  <a:noFill/>
                </a:ln>
                <a:solidFill>
                  <a:srgbClr val="000000"/>
                </a:solidFill>
                <a:effectLst/>
                <a:uLnTx/>
                <a:uFillTx/>
                <a:latin typeface="Calibri"/>
                <a:ea typeface="+mn-ea"/>
                <a:cs typeface="+mn-cs"/>
              </a:endParaRPr>
            </a:p>
            <a:p>
              <a:pPr marL="107996" marR="0" lvl="0" indent="-107996" algn="l" defTabSz="914400" rtl="0" eaLnBrk="1" fontAlgn="auto" latinLnBrk="0" hangingPunct="1">
                <a:lnSpc>
                  <a:spcPct val="100000"/>
                </a:lnSpc>
                <a:spcBef>
                  <a:spcPts val="100"/>
                </a:spcBef>
                <a:spcAft>
                  <a:spcPts val="0"/>
                </a:spcAft>
                <a:buClrTx/>
                <a:buSzPct val="100000"/>
                <a:buFont typeface="Arial" panose="020B0604020202020204" pitchFamily="34" charset="0"/>
                <a:buChar char="•"/>
                <a:tabLst/>
                <a:defRPr/>
              </a:pPr>
              <a:r>
                <a:rPr kumimoji="0" lang="en-GB" sz="900" b="0" i="0" u="none" strike="noStrike" kern="1200" cap="none" spc="0" normalizeH="0" baseline="0" noProof="0">
                  <a:ln>
                    <a:noFill/>
                  </a:ln>
                  <a:solidFill>
                    <a:srgbClr val="1B1B1B"/>
                  </a:solidFill>
                  <a:effectLst/>
                  <a:uLnTx/>
                  <a:uFillTx/>
                  <a:latin typeface="Calibri"/>
                  <a:ea typeface="Arial" pitchFamily="34" charset="-122"/>
                  <a:cs typeface="Arial" pitchFamily="34" charset="-120"/>
                </a:rPr>
                <a:t>Runs guidance and scoring logic</a:t>
              </a:r>
              <a:endParaRPr kumimoji="0" lang="en-GB" sz="900" b="0" i="0" u="none" strike="noStrike" kern="1200" cap="none" spc="0" normalizeH="0" baseline="0" noProof="0">
                <a:ln>
                  <a:noFill/>
                </a:ln>
                <a:solidFill>
                  <a:srgbClr val="000000"/>
                </a:solidFill>
                <a:effectLst/>
                <a:uLnTx/>
                <a:uFillTx/>
                <a:latin typeface="Calibri"/>
                <a:ea typeface="+mn-ea"/>
                <a:cs typeface="+mn-cs"/>
              </a:endParaRPr>
            </a:p>
            <a:p>
              <a:pPr marL="107996" marR="0" lvl="0" indent="-107996" algn="l" defTabSz="914400" rtl="0" eaLnBrk="1" fontAlgn="auto" latinLnBrk="0" hangingPunct="1">
                <a:lnSpc>
                  <a:spcPct val="100000"/>
                </a:lnSpc>
                <a:spcBef>
                  <a:spcPts val="100"/>
                </a:spcBef>
                <a:spcAft>
                  <a:spcPts val="0"/>
                </a:spcAft>
                <a:buClrTx/>
                <a:buSzPct val="100000"/>
                <a:buFont typeface="Arial" panose="020B0604020202020204" pitchFamily="34" charset="0"/>
                <a:buChar char="•"/>
                <a:tabLst/>
                <a:defRPr/>
              </a:pPr>
              <a:r>
                <a:rPr kumimoji="0" lang="en-GB" sz="900" b="0" i="0" u="none" strike="noStrike" kern="1200" cap="none" spc="0" normalizeH="0" baseline="0" noProof="0">
                  <a:ln>
                    <a:noFill/>
                  </a:ln>
                  <a:solidFill>
                    <a:srgbClr val="1B1B1B"/>
                  </a:solidFill>
                  <a:effectLst/>
                  <a:uLnTx/>
                  <a:uFillTx/>
                  <a:latin typeface="Calibri"/>
                  <a:ea typeface="Arial" pitchFamily="34" charset="-122"/>
                  <a:cs typeface="Arial" pitchFamily="34" charset="-120"/>
                </a:rPr>
                <a:t>Shows commission impact</a:t>
              </a:r>
              <a:endParaRPr kumimoji="0" lang="en-GB" sz="900" b="0" i="0" u="none" strike="noStrike" kern="1200" cap="none" spc="0" normalizeH="0" baseline="0" noProof="0">
                <a:ln>
                  <a:noFill/>
                </a:ln>
                <a:solidFill>
                  <a:srgbClr val="000000"/>
                </a:solidFill>
                <a:effectLst/>
                <a:uLnTx/>
                <a:uFillTx/>
                <a:latin typeface="Calibri"/>
                <a:ea typeface="+mn-ea"/>
                <a:cs typeface="+mn-cs"/>
              </a:endParaRPr>
            </a:p>
            <a:p>
              <a:pPr marL="107996" marR="0" lvl="0" indent="-107996" algn="l" defTabSz="914400" rtl="0" eaLnBrk="1" fontAlgn="auto" latinLnBrk="0" hangingPunct="1">
                <a:lnSpc>
                  <a:spcPct val="100000"/>
                </a:lnSpc>
                <a:spcBef>
                  <a:spcPts val="100"/>
                </a:spcBef>
                <a:spcAft>
                  <a:spcPts val="0"/>
                </a:spcAft>
                <a:buClrTx/>
                <a:buSzPct val="100000"/>
                <a:buFont typeface="Arial" panose="020B0604020202020204" pitchFamily="34" charset="0"/>
                <a:buChar char="•"/>
                <a:tabLst/>
                <a:defRPr/>
              </a:pPr>
              <a:r>
                <a:rPr kumimoji="0" lang="en-GB" sz="900" b="0" i="0" u="none" strike="noStrike" kern="1200" cap="none" spc="0" normalizeH="0" baseline="0" noProof="0">
                  <a:ln>
                    <a:noFill/>
                  </a:ln>
                  <a:solidFill>
                    <a:srgbClr val="1B1B1B"/>
                  </a:solidFill>
                  <a:effectLst/>
                  <a:uLnTx/>
                  <a:uFillTx/>
                  <a:latin typeface="Calibri"/>
                  <a:ea typeface="Arial" pitchFamily="34" charset="-122"/>
                  <a:cs typeface="Arial" pitchFamily="34" charset="-120"/>
                </a:rPr>
                <a:t>Generates recommended quote</a:t>
              </a:r>
              <a:endParaRPr kumimoji="0" lang="en-GB" sz="900" b="0" i="0" u="none" strike="noStrike" kern="1200" cap="none" spc="0" normalizeH="0" baseline="0" noProof="0">
                <a:ln>
                  <a:noFill/>
                </a:ln>
                <a:solidFill>
                  <a:srgbClr val="000000"/>
                </a:solidFill>
                <a:effectLst/>
                <a:uLnTx/>
                <a:uFillTx/>
                <a:latin typeface="Calibri"/>
                <a:ea typeface="+mn-ea"/>
                <a:cs typeface="+mn-cs"/>
              </a:endParaRPr>
            </a:p>
          </p:txBody>
        </p:sp>
        <p:sp>
          <p:nvSpPr>
            <p:cNvPr id="78" name="Text 76"/>
            <p:cNvSpPr>
              <a:spLocks/>
            </p:cNvSpPr>
            <p:nvPr/>
          </p:nvSpPr>
          <p:spPr>
            <a:xfrm>
              <a:off x="2080229" y="4902604"/>
              <a:ext cx="2938724" cy="110928"/>
            </a:xfrm>
            <a:prstGeom prst="rect">
              <a:avLst/>
            </a:prstGeom>
            <a:noFill/>
            <a:ln/>
          </p:spPr>
          <p:txBody>
            <a:bodyPr wrap="square" lIns="381" tIns="381" rIns="381" bIns="381"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AC41"/>
                  </a:solidFill>
                  <a:effectLst/>
                  <a:uLnTx/>
                  <a:uFillTx/>
                  <a:latin typeface="Calibri"/>
                  <a:ea typeface="Arial" pitchFamily="34" charset="-122"/>
                  <a:cs typeface="Arial" pitchFamily="34" charset="-120"/>
                </a:rPr>
                <a:t>User: Sales Rep</a:t>
              </a:r>
              <a:endParaRPr kumimoji="0" lang="en-GB" sz="900" b="0" i="0" u="none" strike="noStrike" kern="1200" cap="none" spc="0" normalizeH="0" baseline="0" noProof="0">
                <a:ln>
                  <a:noFill/>
                </a:ln>
                <a:solidFill>
                  <a:srgbClr val="00AC41"/>
                </a:solidFill>
                <a:effectLst/>
                <a:uLnTx/>
                <a:uFillTx/>
                <a:latin typeface="Calibri"/>
                <a:ea typeface="+mn-ea"/>
                <a:cs typeface="+mn-cs"/>
              </a:endParaRPr>
            </a:p>
          </p:txBody>
        </p:sp>
        <p:sp>
          <p:nvSpPr>
            <p:cNvPr id="79" name="Shape 77"/>
            <p:cNvSpPr>
              <a:spLocks/>
            </p:cNvSpPr>
            <p:nvPr/>
          </p:nvSpPr>
          <p:spPr>
            <a:xfrm>
              <a:off x="5228472" y="4037892"/>
              <a:ext cx="3174882" cy="1014201"/>
            </a:xfrm>
            <a:prstGeom prst="rect">
              <a:avLst/>
            </a:prstGeom>
            <a:solidFill>
              <a:schemeClr val="bg1"/>
            </a:solidFill>
            <a:ln w="12700">
              <a:solidFill>
                <a:schemeClr val="accent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1B1B1B"/>
                  </a:solidFill>
                  <a:effectLst/>
                  <a:uLnTx/>
                  <a:uFillTx/>
                  <a:latin typeface="Calibri"/>
                  <a:ea typeface="Arial" pitchFamily="34" charset="-122"/>
                  <a:cs typeface="Arial" pitchFamily="34" charset="-120"/>
                </a:rPr>
                <a:t>Approval Workflow</a:t>
              </a:r>
              <a:endParaRPr kumimoji="0" lang="en-GB" sz="900" b="0" i="0" u="none" strike="noStrike" kern="1200" cap="none" spc="0" normalizeH="0" baseline="0" noProof="0">
                <a:ln>
                  <a:noFill/>
                </a:ln>
                <a:solidFill>
                  <a:srgbClr val="000000"/>
                </a:solidFill>
                <a:effectLst/>
                <a:uLnTx/>
                <a:uFillTx/>
                <a:latin typeface="Calibri"/>
                <a:ea typeface="+mn-ea"/>
                <a:cs typeface="+mn-cs"/>
              </a:endParaRPr>
            </a:p>
          </p:txBody>
        </p:sp>
        <p:sp>
          <p:nvSpPr>
            <p:cNvPr id="81" name="Text 79"/>
            <p:cNvSpPr>
              <a:spLocks/>
            </p:cNvSpPr>
            <p:nvPr/>
          </p:nvSpPr>
          <p:spPr>
            <a:xfrm>
              <a:off x="5319234" y="4270797"/>
              <a:ext cx="3004544" cy="396172"/>
            </a:xfrm>
            <a:prstGeom prst="rect">
              <a:avLst/>
            </a:prstGeom>
            <a:noFill/>
            <a:ln/>
          </p:spPr>
          <p:txBody>
            <a:bodyPr wrap="square" lIns="508" tIns="508" rIns="508" bIns="508" rtlCol="0" anchor="t">
              <a:noAutofit/>
            </a:bodyPr>
            <a:lstStyle/>
            <a:p>
              <a:pPr marL="107996" marR="0" lvl="0" indent="-107996" algn="l" defTabSz="914400" rtl="0" eaLnBrk="1" fontAlgn="auto" latinLnBrk="0" hangingPunct="1">
                <a:lnSpc>
                  <a:spcPct val="100000"/>
                </a:lnSpc>
                <a:spcBef>
                  <a:spcPts val="100"/>
                </a:spcBef>
                <a:spcAft>
                  <a:spcPts val="0"/>
                </a:spcAft>
                <a:buClrTx/>
                <a:buSzPct val="100000"/>
                <a:buFont typeface="Arial" panose="020B0604020202020204" pitchFamily="34" charset="0"/>
                <a:buChar char="•"/>
                <a:tabLst/>
                <a:defRPr/>
              </a:pPr>
              <a:r>
                <a:rPr kumimoji="0" lang="en-GB" sz="900" b="0" i="0" u="none" strike="noStrike" kern="1200" cap="none" spc="0" normalizeH="0" baseline="0" noProof="0">
                  <a:ln>
                    <a:noFill/>
                  </a:ln>
                  <a:solidFill>
                    <a:srgbClr val="1B1B1B"/>
                  </a:solidFill>
                  <a:effectLst/>
                  <a:uLnTx/>
                  <a:uFillTx/>
                  <a:latin typeface="Calibri"/>
                  <a:ea typeface="Arial" pitchFamily="34" charset="-122"/>
                  <a:cs typeface="Arial" pitchFamily="34" charset="-120"/>
                </a:rPr>
                <a:t>Routes using threshold</a:t>
              </a:r>
              <a:endParaRPr kumimoji="0" lang="en-GB" sz="900" b="0" i="0" u="none" strike="noStrike" kern="1200" cap="none" spc="0" normalizeH="0" baseline="0" noProof="0">
                <a:ln>
                  <a:noFill/>
                </a:ln>
                <a:solidFill>
                  <a:srgbClr val="000000"/>
                </a:solidFill>
                <a:effectLst/>
                <a:uLnTx/>
                <a:uFillTx/>
                <a:latin typeface="Calibri"/>
                <a:ea typeface="+mn-ea"/>
                <a:cs typeface="+mn-cs"/>
              </a:endParaRPr>
            </a:p>
            <a:p>
              <a:pPr marL="107996" marR="0" lvl="0" indent="-107996" algn="l" defTabSz="914400" rtl="0" eaLnBrk="1" fontAlgn="auto" latinLnBrk="0" hangingPunct="1">
                <a:lnSpc>
                  <a:spcPct val="100000"/>
                </a:lnSpc>
                <a:spcBef>
                  <a:spcPts val="100"/>
                </a:spcBef>
                <a:spcAft>
                  <a:spcPts val="0"/>
                </a:spcAft>
                <a:buClrTx/>
                <a:buSzPct val="100000"/>
                <a:buFont typeface="Arial" panose="020B0604020202020204" pitchFamily="34" charset="0"/>
                <a:buChar char="•"/>
                <a:tabLst/>
                <a:defRPr/>
              </a:pPr>
              <a:r>
                <a:rPr kumimoji="0" lang="en-GB" sz="900" b="0" i="0" u="none" strike="noStrike" kern="1200" cap="none" spc="0" normalizeH="0" baseline="0" noProof="0">
                  <a:ln>
                    <a:noFill/>
                  </a:ln>
                  <a:solidFill>
                    <a:srgbClr val="1B1B1B"/>
                  </a:solidFill>
                  <a:effectLst/>
                  <a:uLnTx/>
                  <a:uFillTx/>
                  <a:latin typeface="Calibri"/>
                  <a:ea typeface="Arial" pitchFamily="34" charset="-122"/>
                  <a:cs typeface="Arial" pitchFamily="34" charset="-120"/>
                </a:rPr>
                <a:t>+ approver mapping</a:t>
              </a:r>
              <a:endParaRPr kumimoji="0" lang="en-GB" sz="900" b="0" i="0" u="none" strike="noStrike" kern="1200" cap="none" spc="0" normalizeH="0" baseline="0" noProof="0">
                <a:ln>
                  <a:noFill/>
                </a:ln>
                <a:solidFill>
                  <a:srgbClr val="000000"/>
                </a:solidFill>
                <a:effectLst/>
                <a:uLnTx/>
                <a:uFillTx/>
                <a:latin typeface="Calibri"/>
                <a:ea typeface="+mn-ea"/>
                <a:cs typeface="+mn-cs"/>
              </a:endParaRPr>
            </a:p>
            <a:p>
              <a:pPr marL="107996" marR="0" lvl="0" indent="-107996" algn="l" defTabSz="914400" rtl="0" eaLnBrk="1" fontAlgn="auto" latinLnBrk="0" hangingPunct="1">
                <a:lnSpc>
                  <a:spcPct val="100000"/>
                </a:lnSpc>
                <a:spcBef>
                  <a:spcPts val="100"/>
                </a:spcBef>
                <a:spcAft>
                  <a:spcPts val="0"/>
                </a:spcAft>
                <a:buClrTx/>
                <a:buSzPct val="100000"/>
                <a:buFont typeface="Arial" panose="020B0604020202020204" pitchFamily="34" charset="0"/>
                <a:buChar char="•"/>
                <a:tabLst/>
                <a:defRPr/>
              </a:pPr>
              <a:r>
                <a:rPr kumimoji="0" lang="en-GB" sz="900" b="0" i="0" u="none" strike="noStrike" kern="1200" cap="none" spc="0" normalizeH="0" baseline="0" noProof="0">
                  <a:ln>
                    <a:noFill/>
                  </a:ln>
                  <a:solidFill>
                    <a:srgbClr val="1B1B1B"/>
                  </a:solidFill>
                  <a:effectLst/>
                  <a:uLnTx/>
                  <a:uFillTx/>
                  <a:latin typeface="Calibri"/>
                  <a:ea typeface="Arial" pitchFamily="34" charset="-122"/>
                  <a:cs typeface="Arial" pitchFamily="34" charset="-120"/>
                </a:rPr>
                <a:t>Approvers review and act</a:t>
              </a:r>
              <a:endParaRPr kumimoji="0" lang="en-GB" sz="900" b="0" i="0" u="none" strike="noStrike" kern="1200" cap="none" spc="0" normalizeH="0" baseline="0" noProof="0">
                <a:ln>
                  <a:noFill/>
                </a:ln>
                <a:solidFill>
                  <a:srgbClr val="000000"/>
                </a:solidFill>
                <a:effectLst/>
                <a:uLnTx/>
                <a:uFillTx/>
                <a:latin typeface="Calibri"/>
                <a:ea typeface="+mn-ea"/>
                <a:cs typeface="+mn-cs"/>
              </a:endParaRPr>
            </a:p>
          </p:txBody>
        </p:sp>
        <p:sp>
          <p:nvSpPr>
            <p:cNvPr id="82" name="Text 80"/>
            <p:cNvSpPr/>
            <p:nvPr/>
          </p:nvSpPr>
          <p:spPr>
            <a:xfrm>
              <a:off x="5346550" y="4902604"/>
              <a:ext cx="2938724" cy="110928"/>
            </a:xfrm>
            <a:prstGeom prst="rect">
              <a:avLst/>
            </a:prstGeom>
            <a:noFill/>
            <a:ln/>
          </p:spPr>
          <p:txBody>
            <a:bodyPr wrap="square" lIns="381" tIns="381" rIns="381" bIns="381"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AC41"/>
                  </a:solidFill>
                  <a:effectLst/>
                  <a:uLnTx/>
                  <a:uFillTx/>
                  <a:latin typeface="Calibri"/>
                  <a:ea typeface="Arial" pitchFamily="34" charset="-122"/>
                  <a:cs typeface="Arial" pitchFamily="34" charset="-120"/>
                </a:rPr>
                <a:t>Users: Approvers</a:t>
              </a:r>
              <a:endParaRPr kumimoji="0" lang="en-GB" sz="900" b="0" i="0" u="none" strike="noStrike" kern="1200" cap="none" spc="0" normalizeH="0" baseline="0" noProof="0">
                <a:ln>
                  <a:noFill/>
                </a:ln>
                <a:solidFill>
                  <a:srgbClr val="00AC41"/>
                </a:solidFill>
                <a:effectLst/>
                <a:uLnTx/>
                <a:uFillTx/>
                <a:latin typeface="Calibri"/>
                <a:ea typeface="+mn-ea"/>
                <a:cs typeface="+mn-cs"/>
              </a:endParaRPr>
            </a:p>
          </p:txBody>
        </p:sp>
        <p:sp>
          <p:nvSpPr>
            <p:cNvPr id="83" name="Shape 81"/>
            <p:cNvSpPr>
              <a:spLocks/>
            </p:cNvSpPr>
            <p:nvPr/>
          </p:nvSpPr>
          <p:spPr>
            <a:xfrm>
              <a:off x="8494794" y="4037892"/>
              <a:ext cx="3174882" cy="1014201"/>
            </a:xfrm>
            <a:prstGeom prst="rect">
              <a:avLst/>
            </a:prstGeom>
            <a:solidFill>
              <a:schemeClr val="bg1"/>
            </a:solidFill>
            <a:ln w="12700">
              <a:solidFill>
                <a:schemeClr val="accent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1B1B1B"/>
                  </a:solidFill>
                  <a:effectLst/>
                  <a:uLnTx/>
                  <a:uFillTx/>
                  <a:latin typeface="Calibri"/>
                  <a:ea typeface="Arial" pitchFamily="34" charset="-122"/>
                  <a:cs typeface="Arial" pitchFamily="34" charset="-120"/>
                </a:rPr>
                <a:t>Approved / Rejected / Revised</a:t>
              </a:r>
              <a:endParaRPr kumimoji="0" lang="en-GB" sz="900" b="0" i="0" u="none" strike="noStrike" kern="1200" cap="none" spc="0" normalizeH="0" baseline="0" noProof="0">
                <a:ln>
                  <a:noFill/>
                </a:ln>
                <a:solidFill>
                  <a:srgbClr val="000000"/>
                </a:solidFill>
                <a:effectLst/>
                <a:uLnTx/>
                <a:uFillTx/>
                <a:latin typeface="Calibri"/>
                <a:ea typeface="+mn-ea"/>
                <a:cs typeface="+mn-cs"/>
              </a:endParaRPr>
            </a:p>
          </p:txBody>
        </p:sp>
        <p:sp>
          <p:nvSpPr>
            <p:cNvPr id="85" name="Text 83"/>
            <p:cNvSpPr>
              <a:spLocks/>
            </p:cNvSpPr>
            <p:nvPr/>
          </p:nvSpPr>
          <p:spPr>
            <a:xfrm>
              <a:off x="8584878" y="4270797"/>
              <a:ext cx="3004544" cy="396172"/>
            </a:xfrm>
            <a:prstGeom prst="rect">
              <a:avLst/>
            </a:prstGeom>
            <a:noFill/>
            <a:ln/>
          </p:spPr>
          <p:txBody>
            <a:bodyPr wrap="square" lIns="508" tIns="508" rIns="508" bIns="508" rtlCol="0" anchor="t">
              <a:normAutofit/>
            </a:bodyPr>
            <a:lstStyle/>
            <a:p>
              <a:pPr marL="107996" marR="0" lvl="0" indent="-107996" algn="l" defTabSz="914400" rtl="0" eaLnBrk="1" fontAlgn="auto" latinLnBrk="0" hangingPunct="1">
                <a:lnSpc>
                  <a:spcPct val="100000"/>
                </a:lnSpc>
                <a:spcBef>
                  <a:spcPts val="500"/>
                </a:spcBef>
                <a:spcAft>
                  <a:spcPts val="0"/>
                </a:spcAft>
                <a:buClrTx/>
                <a:buSzPct val="100000"/>
                <a:buFont typeface="Arial" panose="020B0604020202020204" pitchFamily="34" charset="0"/>
                <a:buChar char="•"/>
                <a:tabLst/>
                <a:defRPr/>
              </a:pPr>
              <a:r>
                <a:rPr kumimoji="0" lang="en-GB" sz="900" b="0" i="0" u="none" strike="noStrike" kern="1200" cap="none" spc="0" normalizeH="0" baseline="0" noProof="0">
                  <a:ln>
                    <a:noFill/>
                  </a:ln>
                  <a:solidFill>
                    <a:srgbClr val="1B1B1B"/>
                  </a:solidFill>
                  <a:effectLst/>
                  <a:uLnTx/>
                  <a:uFillTx/>
                  <a:latin typeface="Calibri"/>
                  <a:ea typeface="Arial" pitchFamily="34" charset="-122"/>
                  <a:cs typeface="Arial" pitchFamily="34" charset="-120"/>
                </a:rPr>
                <a:t>Status returned to CRM</a:t>
              </a:r>
              <a:endParaRPr kumimoji="0" lang="en-GB" sz="900" b="0" i="0" u="none" strike="noStrike" kern="1200" cap="none" spc="0" normalizeH="0" baseline="0" noProof="0">
                <a:ln>
                  <a:noFill/>
                </a:ln>
                <a:solidFill>
                  <a:srgbClr val="000000"/>
                </a:solidFill>
                <a:effectLst/>
                <a:uLnTx/>
                <a:uFillTx/>
                <a:latin typeface="Calibri"/>
                <a:ea typeface="+mn-ea"/>
                <a:cs typeface="+mn-cs"/>
              </a:endParaRPr>
            </a:p>
            <a:p>
              <a:pPr marL="107996" marR="0" lvl="0" indent="-107996" algn="l" defTabSz="914400" rtl="0" eaLnBrk="1" fontAlgn="auto" latinLnBrk="0" hangingPunct="1">
                <a:lnSpc>
                  <a:spcPct val="100000"/>
                </a:lnSpc>
                <a:spcBef>
                  <a:spcPts val="500"/>
                </a:spcBef>
                <a:spcAft>
                  <a:spcPts val="0"/>
                </a:spcAft>
                <a:buClrTx/>
                <a:buSzPct val="100000"/>
                <a:buFont typeface="Arial" panose="020B0604020202020204" pitchFamily="34" charset="0"/>
                <a:buChar char="•"/>
                <a:tabLst/>
                <a:defRPr/>
              </a:pPr>
              <a:r>
                <a:rPr kumimoji="0" lang="en-GB" sz="900" b="0" i="0" u="none" strike="noStrike" kern="1200" cap="none" spc="0" normalizeH="0" baseline="0" noProof="0">
                  <a:ln>
                    <a:noFill/>
                  </a:ln>
                  <a:solidFill>
                    <a:srgbClr val="1B1B1B"/>
                  </a:solidFill>
                  <a:effectLst/>
                  <a:uLnTx/>
                  <a:uFillTx/>
                  <a:latin typeface="Calibri"/>
                  <a:ea typeface="Arial" pitchFamily="34" charset="-122"/>
                  <a:cs typeface="Arial" pitchFamily="34" charset="-120"/>
                </a:rPr>
                <a:t>Full audit trail on record</a:t>
              </a:r>
              <a:endParaRPr kumimoji="0" lang="en-GB" sz="900" b="0" i="0" u="none" strike="noStrike" kern="1200" cap="none" spc="0" normalizeH="0" baseline="0" noProof="0">
                <a:ln>
                  <a:noFill/>
                </a:ln>
                <a:solidFill>
                  <a:srgbClr val="000000"/>
                </a:solidFill>
                <a:effectLst/>
                <a:uLnTx/>
                <a:uFillTx/>
                <a:latin typeface="Calibri"/>
                <a:ea typeface="+mn-ea"/>
                <a:cs typeface="+mn-cs"/>
              </a:endParaRPr>
            </a:p>
          </p:txBody>
        </p:sp>
        <p:sp>
          <p:nvSpPr>
            <p:cNvPr id="86" name="Text 84"/>
            <p:cNvSpPr/>
            <p:nvPr/>
          </p:nvSpPr>
          <p:spPr>
            <a:xfrm>
              <a:off x="8755058" y="4902604"/>
              <a:ext cx="2654354" cy="110928"/>
            </a:xfrm>
            <a:prstGeom prst="rect">
              <a:avLst/>
            </a:prstGeom>
            <a:noFill/>
            <a:ln/>
          </p:spPr>
          <p:txBody>
            <a:bodyPr wrap="square" lIns="381" tIns="381" rIns="381" bIns="381"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AC41"/>
                  </a:solidFill>
                  <a:effectLst/>
                  <a:uLnTx/>
                  <a:uFillTx/>
                  <a:latin typeface="Calibri"/>
                  <a:ea typeface="Arial" pitchFamily="34" charset="-122"/>
                  <a:cs typeface="Arial" pitchFamily="34" charset="-120"/>
                </a:rPr>
                <a:t>User: Sales Rep &amp; Approvers</a:t>
              </a:r>
              <a:endParaRPr kumimoji="0" lang="en-GB" sz="900" b="0" i="0" u="none" strike="noStrike" kern="1200" cap="none" spc="0" normalizeH="0" baseline="0" noProof="0">
                <a:ln>
                  <a:noFill/>
                </a:ln>
                <a:solidFill>
                  <a:srgbClr val="00AC41"/>
                </a:solidFill>
                <a:effectLst/>
                <a:uLnTx/>
                <a:uFillTx/>
                <a:latin typeface="Calibri"/>
                <a:ea typeface="+mn-ea"/>
                <a:cs typeface="+mn-cs"/>
              </a:endParaRPr>
            </a:p>
          </p:txBody>
        </p:sp>
        <p:cxnSp>
          <p:nvCxnSpPr>
            <p:cNvPr id="179" name="Straight Arrow Connector 178">
              <a:extLst>
                <a:ext uri="{FF2B5EF4-FFF2-40B4-BE49-F238E27FC236}">
                  <a16:creationId xmlns:a16="http://schemas.microsoft.com/office/drawing/2014/main" id="{937433D1-BD6F-069A-0A8F-2D6004FE8D86}"/>
                </a:ext>
              </a:extLst>
            </p:cNvPr>
            <p:cNvCxnSpPr>
              <a:cxnSpLocks/>
            </p:cNvCxnSpPr>
            <p:nvPr/>
          </p:nvCxnSpPr>
          <p:spPr>
            <a:xfrm>
              <a:off x="5137032" y="4544993"/>
              <a:ext cx="91440" cy="0"/>
            </a:xfrm>
            <a:prstGeom prst="straightConnector1">
              <a:avLst/>
            </a:prstGeom>
            <a:ln w="952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00721D98-87D1-C8EB-0DDB-9985241E73C0}"/>
                </a:ext>
              </a:extLst>
            </p:cNvPr>
            <p:cNvCxnSpPr>
              <a:cxnSpLocks/>
            </p:cNvCxnSpPr>
            <p:nvPr/>
          </p:nvCxnSpPr>
          <p:spPr>
            <a:xfrm>
              <a:off x="8403354" y="4544993"/>
              <a:ext cx="91440" cy="0"/>
            </a:xfrm>
            <a:prstGeom prst="straightConnector1">
              <a:avLst/>
            </a:prstGeom>
            <a:ln w="952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1026" name="Picture 2" descr="Microsoft Dynamics 365 ERP - Northware | Microsoft Partner">
              <a:extLst>
                <a:ext uri="{FF2B5EF4-FFF2-40B4-BE49-F238E27FC236}">
                  <a16:creationId xmlns:a16="http://schemas.microsoft.com/office/drawing/2014/main" id="{94A0D1E4-6B80-0D46-CE8F-31130233E67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74022" y="4034348"/>
              <a:ext cx="502494" cy="50249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11" name="Group 210">
            <a:extLst>
              <a:ext uri="{FF2B5EF4-FFF2-40B4-BE49-F238E27FC236}">
                <a16:creationId xmlns:a16="http://schemas.microsoft.com/office/drawing/2014/main" id="{8B3095FB-A186-555F-DAA4-AD63523D71AB}"/>
              </a:ext>
            </a:extLst>
          </p:cNvPr>
          <p:cNvGrpSpPr/>
          <p:nvPr/>
        </p:nvGrpSpPr>
        <p:grpSpPr>
          <a:xfrm>
            <a:off x="457200" y="5273555"/>
            <a:ext cx="11277600" cy="1127245"/>
            <a:chOff x="457200" y="5273555"/>
            <a:chExt cx="11277600" cy="1127245"/>
          </a:xfrm>
        </p:grpSpPr>
        <p:sp>
          <p:nvSpPr>
            <p:cNvPr id="16" name="Shape 14"/>
            <p:cNvSpPr>
              <a:spLocks/>
            </p:cNvSpPr>
            <p:nvPr/>
          </p:nvSpPr>
          <p:spPr>
            <a:xfrm>
              <a:off x="1870074" y="5273555"/>
              <a:ext cx="9864726" cy="1127245"/>
            </a:xfrm>
            <a:prstGeom prst="rect">
              <a:avLst/>
            </a:prstGeom>
            <a:solidFill>
              <a:srgbClr val="FFE580"/>
            </a:solidFill>
            <a:ln w="1270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srgbClr val="000000"/>
                </a:solidFill>
                <a:effectLst/>
                <a:uLnTx/>
                <a:uFillTx/>
                <a:latin typeface="Calibri"/>
                <a:ea typeface="+mn-ea"/>
                <a:cs typeface="+mn-cs"/>
              </a:endParaRPr>
            </a:p>
          </p:txBody>
        </p:sp>
        <p:sp>
          <p:nvSpPr>
            <p:cNvPr id="98" name="Shape 96"/>
            <p:cNvSpPr>
              <a:spLocks/>
            </p:cNvSpPr>
            <p:nvPr/>
          </p:nvSpPr>
          <p:spPr>
            <a:xfrm>
              <a:off x="5228472" y="5330077"/>
              <a:ext cx="6441202" cy="1014201"/>
            </a:xfrm>
            <a:prstGeom prst="rect">
              <a:avLst/>
            </a:prstGeom>
            <a:solidFill>
              <a:schemeClr val="bg1"/>
            </a:solidFill>
            <a:ln w="12700">
              <a:solidFill>
                <a:srgbClr val="FFBE00"/>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900" b="0" i="0" u="none" strike="noStrike" kern="1200" cap="none" spc="0" normalizeH="0" baseline="0" noProof="0">
                <a:ln>
                  <a:noFill/>
                </a:ln>
                <a:solidFill>
                  <a:srgbClr val="000000"/>
                </a:solidFill>
                <a:effectLst/>
                <a:uLnTx/>
                <a:uFillTx/>
                <a:latin typeface="Calibri"/>
                <a:ea typeface="+mn-ea"/>
                <a:cs typeface="+mn-cs"/>
              </a:endParaRPr>
            </a:p>
          </p:txBody>
        </p:sp>
        <p:sp>
          <p:nvSpPr>
            <p:cNvPr id="184" name="Rectangle 183">
              <a:extLst>
                <a:ext uri="{FF2B5EF4-FFF2-40B4-BE49-F238E27FC236}">
                  <a16:creationId xmlns:a16="http://schemas.microsoft.com/office/drawing/2014/main" id="{B6EF66B9-72A2-BF1F-68BF-056BE6952FDC}"/>
                </a:ext>
              </a:extLst>
            </p:cNvPr>
            <p:cNvSpPr/>
            <p:nvPr/>
          </p:nvSpPr>
          <p:spPr>
            <a:xfrm>
              <a:off x="5397262" y="5433317"/>
              <a:ext cx="1790700" cy="807720"/>
            </a:xfrm>
            <a:prstGeom prst="rect">
              <a:avLst/>
            </a:prstGeom>
            <a:solidFill>
              <a:srgbClr val="F0F0F0"/>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1B1B1B"/>
                  </a:solidFill>
                  <a:effectLst/>
                  <a:uLnTx/>
                  <a:uFillTx/>
                  <a:latin typeface="Calibri"/>
                  <a:ea typeface="Arial" pitchFamily="34" charset="-122"/>
                  <a:cs typeface="Arial" pitchFamily="34" charset="-120"/>
                </a:rPr>
                <a:t>Microsoft Dynamics</a:t>
              </a:r>
              <a:endParaRPr kumimoji="0" lang="en-GB" sz="900" b="0" i="0" u="none" strike="noStrike" kern="1200" cap="none" spc="0" normalizeH="0" baseline="0" noProof="0">
                <a:ln>
                  <a:noFill/>
                </a:ln>
                <a:solidFill>
                  <a:srgbClr val="000000"/>
                </a:solidFill>
                <a:effectLst/>
                <a:uLnTx/>
                <a:uFillTx/>
                <a:latin typeface="Calibri"/>
                <a:ea typeface="+mn-ea"/>
                <a:cs typeface="+mn-cs"/>
              </a:endParaRPr>
            </a:p>
          </p:txBody>
        </p:sp>
        <p:sp>
          <p:nvSpPr>
            <p:cNvPr id="185" name="Rectangle 184">
              <a:extLst>
                <a:ext uri="{FF2B5EF4-FFF2-40B4-BE49-F238E27FC236}">
                  <a16:creationId xmlns:a16="http://schemas.microsoft.com/office/drawing/2014/main" id="{DD44E597-F4E7-6E71-98D9-70AD9D3C5F41}"/>
                </a:ext>
              </a:extLst>
            </p:cNvPr>
            <p:cNvSpPr/>
            <p:nvPr/>
          </p:nvSpPr>
          <p:spPr>
            <a:xfrm>
              <a:off x="7553722" y="5433317"/>
              <a:ext cx="1790700" cy="807720"/>
            </a:xfrm>
            <a:prstGeom prst="rect">
              <a:avLst/>
            </a:prstGeom>
            <a:solidFill>
              <a:srgbClr val="F0F0F0"/>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1B1B1B"/>
                  </a:solidFill>
                  <a:effectLst/>
                  <a:uLnTx/>
                  <a:uFillTx/>
                  <a:latin typeface="Calibri"/>
                  <a:ea typeface="Arial" pitchFamily="34" charset="-122"/>
                  <a:cs typeface="Arial" pitchFamily="34" charset="-120"/>
                </a:rPr>
                <a:t>ERP / F&amp;O</a:t>
              </a:r>
              <a:endParaRPr kumimoji="0" lang="en-GB" sz="900" b="0" i="0" u="none" strike="noStrike" kern="1200" cap="none" spc="0" normalizeH="0" baseline="0" noProof="0">
                <a:ln>
                  <a:noFill/>
                </a:ln>
                <a:solidFill>
                  <a:srgbClr val="000000"/>
                </a:solidFill>
                <a:effectLst/>
                <a:uLnTx/>
                <a:uFillTx/>
                <a:latin typeface="Calibri"/>
                <a:ea typeface="+mn-ea"/>
                <a:cs typeface="+mn-cs"/>
              </a:endParaRPr>
            </a:p>
          </p:txBody>
        </p:sp>
        <p:sp>
          <p:nvSpPr>
            <p:cNvPr id="186" name="Rectangle 185">
              <a:extLst>
                <a:ext uri="{FF2B5EF4-FFF2-40B4-BE49-F238E27FC236}">
                  <a16:creationId xmlns:a16="http://schemas.microsoft.com/office/drawing/2014/main" id="{398D6A34-F95B-935E-84BD-7D46A88D44E2}"/>
                </a:ext>
              </a:extLst>
            </p:cNvPr>
            <p:cNvSpPr/>
            <p:nvPr/>
          </p:nvSpPr>
          <p:spPr>
            <a:xfrm>
              <a:off x="9710182" y="5433317"/>
              <a:ext cx="1790700" cy="807720"/>
            </a:xfrm>
            <a:prstGeom prst="rect">
              <a:avLst/>
            </a:prstGeom>
            <a:solidFill>
              <a:srgbClr val="F0F0F0"/>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1B1B1B"/>
                  </a:solidFill>
                  <a:effectLst/>
                  <a:uLnTx/>
                  <a:uFillTx/>
                  <a:latin typeface="Calibri"/>
                  <a:ea typeface="Arial" pitchFamily="34" charset="-122"/>
                  <a:cs typeface="Arial" pitchFamily="34" charset="-120"/>
                </a:rPr>
                <a:t>Order Fulfillment</a:t>
              </a:r>
              <a:endParaRPr kumimoji="0" lang="en-GB" sz="900" b="0" i="0" u="none" strike="noStrike" kern="1200" cap="none" spc="0" normalizeH="0" baseline="0" noProof="0">
                <a:ln>
                  <a:noFill/>
                </a:ln>
                <a:solidFill>
                  <a:srgbClr val="000000"/>
                </a:solidFill>
                <a:effectLst/>
                <a:uLnTx/>
                <a:uFillTx/>
                <a:latin typeface="Calibri"/>
                <a:ea typeface="+mn-ea"/>
                <a:cs typeface="+mn-cs"/>
              </a:endParaRPr>
            </a:p>
          </p:txBody>
        </p:sp>
        <p:grpSp>
          <p:nvGrpSpPr>
            <p:cNvPr id="182" name="Group 181">
              <a:extLst>
                <a:ext uri="{FF2B5EF4-FFF2-40B4-BE49-F238E27FC236}">
                  <a16:creationId xmlns:a16="http://schemas.microsoft.com/office/drawing/2014/main" id="{FD4142DD-AD23-3C63-E79A-1ADEB419DBF9}"/>
                </a:ext>
              </a:extLst>
            </p:cNvPr>
            <p:cNvGrpSpPr>
              <a:grpSpLocks/>
            </p:cNvGrpSpPr>
            <p:nvPr/>
          </p:nvGrpSpPr>
          <p:grpSpPr>
            <a:xfrm>
              <a:off x="457200" y="5273555"/>
              <a:ext cx="1381432" cy="1127245"/>
              <a:chOff x="457200" y="5355961"/>
              <a:chExt cx="1381432" cy="995085"/>
            </a:xfrm>
          </p:grpSpPr>
          <p:sp>
            <p:nvSpPr>
              <p:cNvPr id="17" name="Shape 15"/>
              <p:cNvSpPr/>
              <p:nvPr/>
            </p:nvSpPr>
            <p:spPr>
              <a:xfrm>
                <a:off x="457200" y="5355961"/>
                <a:ext cx="1381432" cy="995085"/>
              </a:xfrm>
              <a:prstGeom prst="rect">
                <a:avLst/>
              </a:prstGeom>
              <a:solidFill>
                <a:srgbClr val="FFBE00"/>
              </a:solidFill>
              <a:ln w="1270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srgbClr val="000000"/>
                  </a:solidFill>
                  <a:effectLst/>
                  <a:uLnTx/>
                  <a:uFillTx/>
                  <a:latin typeface="Calibri"/>
                  <a:ea typeface="+mn-ea"/>
                  <a:cs typeface="+mn-cs"/>
                </a:endParaRPr>
              </a:p>
            </p:txBody>
          </p:sp>
          <p:grpSp>
            <p:nvGrpSpPr>
              <p:cNvPr id="119" name="Group 118">
                <a:extLst>
                  <a:ext uri="{FF2B5EF4-FFF2-40B4-BE49-F238E27FC236}">
                    <a16:creationId xmlns:a16="http://schemas.microsoft.com/office/drawing/2014/main" id="{F6EBBBA7-9A13-B662-23EC-4C6FCCD7E8D9}"/>
                  </a:ext>
                </a:extLst>
              </p:cNvPr>
              <p:cNvGrpSpPr/>
              <p:nvPr/>
            </p:nvGrpSpPr>
            <p:grpSpPr>
              <a:xfrm>
                <a:off x="512123" y="5884613"/>
                <a:ext cx="1271587" cy="458673"/>
                <a:chOff x="500063" y="5913364"/>
                <a:chExt cx="1271587" cy="467483"/>
              </a:xfrm>
            </p:grpSpPr>
            <p:sp>
              <p:nvSpPr>
                <p:cNvPr id="18" name="Text 16"/>
                <p:cNvSpPr>
                  <a:spLocks/>
                </p:cNvSpPr>
                <p:nvPr/>
              </p:nvSpPr>
              <p:spPr>
                <a:xfrm>
                  <a:off x="500063" y="5913364"/>
                  <a:ext cx="1271587" cy="221856"/>
                </a:xfrm>
                <a:prstGeom prst="rect">
                  <a:avLst/>
                </a:prstGeom>
                <a:noFill/>
                <a:ln>
                  <a:noFill/>
                </a:ln>
              </p:spPr>
              <p:txBody>
                <a:bodyPr wrap="square" lIns="381" tIns="381" rIns="381" bIns="381"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Calibri"/>
                      <a:ea typeface="Arial" pitchFamily="34" charset="-122"/>
                      <a:cs typeface="Arial" pitchFamily="34" charset="-120"/>
                    </a:rPr>
                    <a:t>4. Downstream</a:t>
                  </a:r>
                  <a:endParaRPr kumimoji="0" lang="en-GB" sz="1100" b="0" i="0" u="none" strike="noStrike" kern="1200" cap="none" spc="0" normalizeH="0" baseline="0" noProof="0">
                    <a:ln>
                      <a:noFill/>
                    </a:ln>
                    <a:solidFill>
                      <a:srgbClr val="000000"/>
                    </a:solidFill>
                    <a:effectLst/>
                    <a:uLnTx/>
                    <a:uFillTx/>
                    <a:latin typeface="Calibri"/>
                    <a:ea typeface="+mn-ea"/>
                    <a:cs typeface="+mn-cs"/>
                  </a:endParaRPr>
                </a:p>
              </p:txBody>
            </p:sp>
            <p:sp>
              <p:nvSpPr>
                <p:cNvPr id="19" name="Text 17"/>
                <p:cNvSpPr>
                  <a:spLocks/>
                </p:cNvSpPr>
                <p:nvPr/>
              </p:nvSpPr>
              <p:spPr>
                <a:xfrm>
                  <a:off x="500063" y="6127297"/>
                  <a:ext cx="1271587" cy="253550"/>
                </a:xfrm>
                <a:prstGeom prst="rect">
                  <a:avLst/>
                </a:prstGeom>
                <a:noFill/>
                <a:ln>
                  <a:noFill/>
                </a:ln>
              </p:spPr>
              <p:txBody>
                <a:bodyPr wrap="square" lIns="381" tIns="381" rIns="381" bIns="381"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a:ea typeface="Arial" pitchFamily="34" charset="-122"/>
                      <a:cs typeface="Arial" pitchFamily="34" charset="-120"/>
                    </a:rPr>
                    <a:t>(Integration layer)</a:t>
                  </a:r>
                  <a:endParaRPr kumimoji="0" lang="en-GB" sz="1100" b="0" i="0" u="none" strike="noStrike" kern="1200" cap="none" spc="0" normalizeH="0" baseline="0" noProof="0">
                    <a:ln>
                      <a:noFill/>
                    </a:ln>
                    <a:solidFill>
                      <a:srgbClr val="000000"/>
                    </a:solidFill>
                    <a:effectLst/>
                    <a:uLnTx/>
                    <a:uFillTx/>
                    <a:latin typeface="Calibri"/>
                    <a:ea typeface="+mn-ea"/>
                    <a:cs typeface="+mn-cs"/>
                  </a:endParaRPr>
                </a:p>
              </p:txBody>
            </p:sp>
          </p:grpSp>
        </p:grpSp>
        <p:sp>
          <p:nvSpPr>
            <p:cNvPr id="93" name="Shape 91"/>
            <p:cNvSpPr>
              <a:spLocks/>
            </p:cNvSpPr>
            <p:nvPr/>
          </p:nvSpPr>
          <p:spPr>
            <a:xfrm>
              <a:off x="1962150" y="5330077"/>
              <a:ext cx="3174882" cy="1014201"/>
            </a:xfrm>
            <a:prstGeom prst="rect">
              <a:avLst/>
            </a:prstGeom>
            <a:solidFill>
              <a:schemeClr val="bg1"/>
            </a:solidFill>
            <a:ln w="12700">
              <a:solidFill>
                <a:srgbClr val="FFBE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1B1B1B"/>
                  </a:solidFill>
                  <a:effectLst/>
                  <a:uLnTx/>
                  <a:uFillTx/>
                  <a:latin typeface="Calibri"/>
                  <a:ea typeface="Arial" pitchFamily="34" charset="-122"/>
                  <a:cs typeface="Arial" pitchFamily="34" charset="-120"/>
                </a:rPr>
                <a:t>Approved Quote</a:t>
              </a:r>
              <a:endParaRPr kumimoji="0" lang="en-GB" sz="900" b="0" i="0" u="none" strike="noStrike" kern="1200" cap="none" spc="0" normalizeH="0" baseline="0" noProof="0">
                <a:ln>
                  <a:noFill/>
                </a:ln>
                <a:solidFill>
                  <a:srgbClr val="000000"/>
                </a:solidFill>
                <a:effectLst/>
                <a:uLnTx/>
                <a:uFillTx/>
                <a:latin typeface="Calibri"/>
                <a:ea typeface="+mn-ea"/>
                <a:cs typeface="+mn-cs"/>
              </a:endParaRPr>
            </a:p>
          </p:txBody>
        </p:sp>
        <p:sp>
          <p:nvSpPr>
            <p:cNvPr id="95" name="Text 93"/>
            <p:cNvSpPr/>
            <p:nvPr/>
          </p:nvSpPr>
          <p:spPr>
            <a:xfrm>
              <a:off x="2053590" y="5623724"/>
              <a:ext cx="3042285" cy="269397"/>
            </a:xfrm>
            <a:prstGeom prst="rect">
              <a:avLst/>
            </a:prstGeom>
            <a:noFill/>
            <a:ln/>
          </p:spPr>
          <p:txBody>
            <a:bodyPr wrap="square" lIns="508" tIns="508" rIns="508" bIns="508" rtlCol="0" anchor="t">
              <a:noAutofit/>
            </a:bodyPr>
            <a:lstStyle/>
            <a:p>
              <a:pPr marL="107996" marR="0" lvl="0" indent="-107996" algn="l" defTabSz="914400" rtl="0" eaLnBrk="1" fontAlgn="auto" latinLnBrk="0" hangingPunct="1">
                <a:lnSpc>
                  <a:spcPct val="100000"/>
                </a:lnSpc>
                <a:spcBef>
                  <a:spcPts val="500"/>
                </a:spcBef>
                <a:spcAft>
                  <a:spcPts val="0"/>
                </a:spcAft>
                <a:buClrTx/>
                <a:buSzPct val="100000"/>
                <a:buFont typeface="Arial" panose="020B0604020202020204" pitchFamily="34" charset="0"/>
                <a:buChar char="•"/>
                <a:tabLst/>
                <a:defRPr/>
              </a:pPr>
              <a:r>
                <a:rPr kumimoji="0" lang="en-GB" sz="900" b="0" i="0" u="none" strike="noStrike" kern="1200" cap="none" spc="0" normalizeH="0" baseline="0" noProof="0">
                  <a:ln>
                    <a:noFill/>
                  </a:ln>
                  <a:solidFill>
                    <a:srgbClr val="1B1B1B"/>
                  </a:solidFill>
                  <a:effectLst/>
                  <a:uLnTx/>
                  <a:uFillTx/>
                  <a:latin typeface="Calibri"/>
                  <a:ea typeface="Arial" pitchFamily="34" charset="-122"/>
                  <a:cs typeface="Arial" pitchFamily="34" charset="-120"/>
                </a:rPr>
                <a:t>Final approved pricing written to CRM</a:t>
              </a:r>
              <a:endParaRPr kumimoji="0" lang="en-GB" sz="900" b="0" i="0" u="none" strike="noStrike" kern="1200" cap="none" spc="0" normalizeH="0" baseline="0" noProof="0">
                <a:ln>
                  <a:noFill/>
                </a:ln>
                <a:solidFill>
                  <a:srgbClr val="000000"/>
                </a:solidFill>
                <a:effectLst/>
                <a:uLnTx/>
                <a:uFillTx/>
                <a:latin typeface="Calibri"/>
                <a:ea typeface="+mn-ea"/>
                <a:cs typeface="+mn-cs"/>
              </a:endParaRPr>
            </a:p>
            <a:p>
              <a:pPr marL="107996" marR="0" lvl="0" indent="-107996" algn="l" defTabSz="914400" rtl="0" eaLnBrk="1" fontAlgn="auto" latinLnBrk="0" hangingPunct="1">
                <a:lnSpc>
                  <a:spcPct val="100000"/>
                </a:lnSpc>
                <a:spcBef>
                  <a:spcPts val="500"/>
                </a:spcBef>
                <a:spcAft>
                  <a:spcPts val="0"/>
                </a:spcAft>
                <a:buClrTx/>
                <a:buSzPct val="100000"/>
                <a:buFont typeface="Arial" panose="020B0604020202020204" pitchFamily="34" charset="0"/>
                <a:buChar char="•"/>
                <a:tabLst/>
                <a:defRPr/>
              </a:pPr>
              <a:r>
                <a:rPr kumimoji="0" lang="en-GB" sz="900" b="0" i="0" u="none" strike="noStrike" kern="1200" cap="none" spc="0" normalizeH="0" baseline="0" noProof="0">
                  <a:ln>
                    <a:noFill/>
                  </a:ln>
                  <a:solidFill>
                    <a:srgbClr val="1B1B1B"/>
                  </a:solidFill>
                  <a:effectLst/>
                  <a:uLnTx/>
                  <a:uFillTx/>
                  <a:latin typeface="Calibri"/>
                  <a:ea typeface="Arial" pitchFamily="34" charset="-122"/>
                  <a:cs typeface="Arial" pitchFamily="34" charset="-120"/>
                </a:rPr>
                <a:t>Sent downstream to ERP / F&amp;O for order and fulfillment</a:t>
              </a:r>
              <a:endParaRPr kumimoji="0" lang="en-GB" sz="900" b="0" i="0" u="none" strike="noStrike" kern="1200" cap="none" spc="0" normalizeH="0" baseline="0" noProof="0">
                <a:ln>
                  <a:noFill/>
                </a:ln>
                <a:solidFill>
                  <a:srgbClr val="000000"/>
                </a:solidFill>
                <a:effectLst/>
                <a:uLnTx/>
                <a:uFillTx/>
                <a:latin typeface="Calibri"/>
                <a:ea typeface="+mn-ea"/>
                <a:cs typeface="+mn-cs"/>
              </a:endParaRPr>
            </a:p>
          </p:txBody>
        </p:sp>
        <p:sp>
          <p:nvSpPr>
            <p:cNvPr id="96" name="Text 94"/>
            <p:cNvSpPr>
              <a:spLocks/>
            </p:cNvSpPr>
            <p:nvPr/>
          </p:nvSpPr>
          <p:spPr>
            <a:xfrm>
              <a:off x="2080229" y="6186768"/>
              <a:ext cx="2938724" cy="95081"/>
            </a:xfrm>
            <a:prstGeom prst="rect">
              <a:avLst/>
            </a:prstGeom>
            <a:noFill/>
            <a:ln/>
          </p:spPr>
          <p:txBody>
            <a:bodyPr wrap="square" lIns="381" tIns="381" rIns="381" bIns="381"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FFBE00"/>
                  </a:solidFill>
                  <a:effectLst/>
                  <a:uLnTx/>
                  <a:uFillTx/>
                  <a:latin typeface="Calibri"/>
                  <a:ea typeface="Arial" pitchFamily="34" charset="-122"/>
                  <a:cs typeface="Arial" pitchFamily="34" charset="-120"/>
                </a:rPr>
                <a:t>Destination: ERP / F&amp;O</a:t>
              </a:r>
              <a:endParaRPr kumimoji="0" lang="en-GB" sz="900" b="0" i="0" u="none" strike="noStrike" kern="1200" cap="none" spc="0" normalizeH="0" baseline="0" noProof="0">
                <a:ln>
                  <a:noFill/>
                </a:ln>
                <a:solidFill>
                  <a:srgbClr val="FFBE00"/>
                </a:solidFill>
                <a:effectLst/>
                <a:uLnTx/>
                <a:uFillTx/>
                <a:latin typeface="Calibri"/>
                <a:ea typeface="+mn-ea"/>
                <a:cs typeface="+mn-cs"/>
              </a:endParaRPr>
            </a:p>
          </p:txBody>
        </p:sp>
        <p:cxnSp>
          <p:nvCxnSpPr>
            <p:cNvPr id="191" name="Straight Arrow Connector 190">
              <a:extLst>
                <a:ext uri="{FF2B5EF4-FFF2-40B4-BE49-F238E27FC236}">
                  <a16:creationId xmlns:a16="http://schemas.microsoft.com/office/drawing/2014/main" id="{21C0C3C4-C193-BA34-48F7-7AFAE4441626}"/>
                </a:ext>
              </a:extLst>
            </p:cNvPr>
            <p:cNvCxnSpPr>
              <a:cxnSpLocks/>
            </p:cNvCxnSpPr>
            <p:nvPr/>
          </p:nvCxnSpPr>
          <p:spPr>
            <a:xfrm>
              <a:off x="7187962" y="5837177"/>
              <a:ext cx="365760" cy="0"/>
            </a:xfrm>
            <a:prstGeom prst="straightConnector1">
              <a:avLst/>
            </a:prstGeom>
            <a:ln w="952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2" name="Straight Arrow Connector 191">
              <a:extLst>
                <a:ext uri="{FF2B5EF4-FFF2-40B4-BE49-F238E27FC236}">
                  <a16:creationId xmlns:a16="http://schemas.microsoft.com/office/drawing/2014/main" id="{B5BB40C6-FCBC-DBB3-D50B-231BB3985BC9}"/>
                </a:ext>
              </a:extLst>
            </p:cNvPr>
            <p:cNvCxnSpPr>
              <a:cxnSpLocks/>
            </p:cNvCxnSpPr>
            <p:nvPr/>
          </p:nvCxnSpPr>
          <p:spPr>
            <a:xfrm>
              <a:off x="9344422" y="5837177"/>
              <a:ext cx="365760" cy="0"/>
            </a:xfrm>
            <a:prstGeom prst="straightConnector1">
              <a:avLst/>
            </a:prstGeom>
            <a:ln w="952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204" name="ico-white-house">
              <a:extLst>
                <a:ext uri="{FF2B5EF4-FFF2-40B4-BE49-F238E27FC236}">
                  <a16:creationId xmlns:a16="http://schemas.microsoft.com/office/drawing/2014/main" id="{6C21EC81-5680-02EC-0B46-F20C9422E84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19316" y="5332806"/>
              <a:ext cx="457200" cy="457200"/>
            </a:xfrm>
            <a:prstGeom prst="rect">
              <a:avLst/>
            </a:prstGeom>
          </p:spPr>
        </p:pic>
        <p:pic>
          <p:nvPicPr>
            <p:cNvPr id="205" name="Picture 2" descr="Microsoft Dynamics 365 ERP - Northware | Microsoft Partner">
              <a:extLst>
                <a:ext uri="{FF2B5EF4-FFF2-40B4-BE49-F238E27FC236}">
                  <a16:creationId xmlns:a16="http://schemas.microsoft.com/office/drawing/2014/main" id="{EE4AFB53-817B-A5ED-D181-5A21BBA2F65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41365" y="5469329"/>
              <a:ext cx="502494" cy="502494"/>
            </a:xfrm>
            <a:prstGeom prst="rect">
              <a:avLst/>
            </a:prstGeom>
            <a:noFill/>
            <a:extLst>
              <a:ext uri="{909E8E84-426E-40DD-AFC4-6F175D3DCCD1}">
                <a14:hiddenFill xmlns:a14="http://schemas.microsoft.com/office/drawing/2010/main">
                  <a:solidFill>
                    <a:srgbClr val="FFFFFF"/>
                  </a:solidFill>
                </a14:hiddenFill>
              </a:ext>
            </a:extLst>
          </p:spPr>
        </p:pic>
        <p:pic>
          <p:nvPicPr>
            <p:cNvPr id="206" name="ico-new-construction">
              <a:extLst>
                <a:ext uri="{FF2B5EF4-FFF2-40B4-BE49-F238E27FC236}">
                  <a16:creationId xmlns:a16="http://schemas.microsoft.com/office/drawing/2014/main" id="{8B158CAE-26D7-1110-9425-77A1AD2F0CA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220472" y="5491976"/>
              <a:ext cx="457200" cy="457200"/>
            </a:xfrm>
            <a:prstGeom prst="rect">
              <a:avLst/>
            </a:prstGeom>
          </p:spPr>
        </p:pic>
        <p:pic>
          <p:nvPicPr>
            <p:cNvPr id="207" name="ico-todo">
              <a:extLst>
                <a:ext uri="{FF2B5EF4-FFF2-40B4-BE49-F238E27FC236}">
                  <a16:creationId xmlns:a16="http://schemas.microsoft.com/office/drawing/2014/main" id="{B76804AA-28D0-DF85-162E-5A0199B1BB9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376932" y="5469329"/>
              <a:ext cx="457200" cy="457200"/>
            </a:xfrm>
            <a:prstGeom prst="rect">
              <a:avLst/>
            </a:prstGeom>
          </p:spPr>
        </p:pic>
      </p:grpSp>
      <p:sp>
        <p:nvSpPr>
          <p:cNvPr id="2" name="Text 43">
            <a:extLst>
              <a:ext uri="{FF2B5EF4-FFF2-40B4-BE49-F238E27FC236}">
                <a16:creationId xmlns:a16="http://schemas.microsoft.com/office/drawing/2014/main" id="{49B603BC-51D9-D319-8547-1C362F4CBB06}"/>
              </a:ext>
            </a:extLst>
          </p:cNvPr>
          <p:cNvSpPr/>
          <p:nvPr/>
        </p:nvSpPr>
        <p:spPr>
          <a:xfrm>
            <a:off x="3358940" y="1556836"/>
            <a:ext cx="292608" cy="256032"/>
          </a:xfrm>
          <a:prstGeom prst="rect">
            <a:avLst/>
          </a:prstGeom>
          <a:noFill/>
          <a:ln/>
        </p:spPr>
        <p:txBody>
          <a:bodyPr wrap="square" lIns="381" tIns="381" rIns="381" bIns="381" rtlCol="0" anchor="ctr">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2F7DD1"/>
                </a:solidFill>
                <a:effectLst/>
                <a:uLnTx/>
                <a:uFillTx/>
                <a:latin typeface="Arial" pitchFamily="34" charset="0"/>
                <a:ea typeface="Arial" pitchFamily="34" charset="-122"/>
                <a:cs typeface="Arial" pitchFamily="34" charset="-120"/>
              </a:rPr>
              <a:t>👤</a:t>
            </a:r>
            <a:endParaRPr kumimoji="0" lang="en-GB" sz="1800" b="0" i="0" u="none" strike="noStrike" kern="1200" cap="none" spc="0" normalizeH="0" baseline="0" noProof="0">
              <a:ln>
                <a:noFill/>
              </a:ln>
              <a:solidFill>
                <a:srgbClr val="000000"/>
              </a:solidFill>
              <a:effectLst/>
              <a:uLnTx/>
              <a:uFillTx/>
              <a:latin typeface="Calibri"/>
              <a:ea typeface="+mn-ea"/>
              <a:cs typeface="+mn-cs"/>
            </a:endParaRPr>
          </a:p>
        </p:txBody>
      </p:sp>
      <p:sp>
        <p:nvSpPr>
          <p:cNvPr id="3" name="Text 44">
            <a:extLst>
              <a:ext uri="{FF2B5EF4-FFF2-40B4-BE49-F238E27FC236}">
                <a16:creationId xmlns:a16="http://schemas.microsoft.com/office/drawing/2014/main" id="{70870703-371B-8415-5007-F3F85D0CA9F9}"/>
              </a:ext>
            </a:extLst>
          </p:cNvPr>
          <p:cNvSpPr/>
          <p:nvPr/>
        </p:nvSpPr>
        <p:spPr>
          <a:xfrm>
            <a:off x="5250958" y="1539200"/>
            <a:ext cx="292608" cy="256032"/>
          </a:xfrm>
          <a:prstGeom prst="rect">
            <a:avLst/>
          </a:prstGeom>
          <a:noFill/>
          <a:ln/>
        </p:spPr>
        <p:txBody>
          <a:bodyPr wrap="square" lIns="381" tIns="381" rIns="381" bIns="381" rtlCol="0" anchor="ctr">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2F7DD1"/>
                </a:solidFill>
                <a:effectLst/>
                <a:uLnTx/>
                <a:uFillTx/>
                <a:latin typeface="Arial" pitchFamily="34" charset="0"/>
                <a:ea typeface="Arial" pitchFamily="34" charset="-122"/>
                <a:cs typeface="Arial" pitchFamily="34" charset="-120"/>
              </a:rPr>
              <a:t>📘</a:t>
            </a:r>
            <a:endParaRPr kumimoji="0" lang="en-GB" sz="1800" b="0" i="0" u="none" strike="noStrike" kern="1200" cap="none" spc="0" normalizeH="0" baseline="0" noProof="0">
              <a:ln>
                <a:noFill/>
              </a:ln>
              <a:solidFill>
                <a:srgbClr val="000000"/>
              </a:solidFill>
              <a:effectLst/>
              <a:uLnTx/>
              <a:uFillTx/>
              <a:latin typeface="Calibri"/>
              <a:ea typeface="+mn-ea"/>
              <a:cs typeface="+mn-cs"/>
            </a:endParaRPr>
          </a:p>
        </p:txBody>
      </p:sp>
      <p:sp>
        <p:nvSpPr>
          <p:cNvPr id="20" name="Text 45">
            <a:extLst>
              <a:ext uri="{FF2B5EF4-FFF2-40B4-BE49-F238E27FC236}">
                <a16:creationId xmlns:a16="http://schemas.microsoft.com/office/drawing/2014/main" id="{5E4C1B88-948C-5281-B2CE-B1971D03C649}"/>
              </a:ext>
            </a:extLst>
          </p:cNvPr>
          <p:cNvSpPr/>
          <p:nvPr/>
        </p:nvSpPr>
        <p:spPr>
          <a:xfrm>
            <a:off x="7224538" y="1501260"/>
            <a:ext cx="292608" cy="256032"/>
          </a:xfrm>
          <a:prstGeom prst="rect">
            <a:avLst/>
          </a:prstGeom>
          <a:noFill/>
          <a:ln/>
        </p:spPr>
        <p:txBody>
          <a:bodyPr wrap="square" lIns="381" tIns="381" rIns="381" bIns="381" rtlCol="0" anchor="ctr">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2F7DD1"/>
                </a:solidFill>
                <a:effectLst/>
                <a:uLnTx/>
                <a:uFillTx/>
                <a:latin typeface="Arial" pitchFamily="34" charset="0"/>
                <a:ea typeface="Arial" pitchFamily="34" charset="-122"/>
                <a:cs typeface="Arial" pitchFamily="34" charset="-120"/>
              </a:rPr>
              <a:t>🚚</a:t>
            </a:r>
            <a:endParaRPr kumimoji="0" lang="en-GB" sz="1800" b="0" i="0" u="none" strike="noStrike" kern="1200" cap="none" spc="0" normalizeH="0" baseline="0" noProof="0">
              <a:ln>
                <a:noFill/>
              </a:ln>
              <a:solidFill>
                <a:srgbClr val="000000"/>
              </a:solidFill>
              <a:effectLst/>
              <a:uLnTx/>
              <a:uFillTx/>
              <a:latin typeface="Calibri"/>
              <a:ea typeface="+mn-ea"/>
              <a:cs typeface="+mn-cs"/>
            </a:endParaRPr>
          </a:p>
        </p:txBody>
      </p:sp>
      <p:sp>
        <p:nvSpPr>
          <p:cNvPr id="21" name="Text 46">
            <a:extLst>
              <a:ext uri="{FF2B5EF4-FFF2-40B4-BE49-F238E27FC236}">
                <a16:creationId xmlns:a16="http://schemas.microsoft.com/office/drawing/2014/main" id="{088B7FDA-066C-2582-C655-99F644679A1C}"/>
              </a:ext>
            </a:extLst>
          </p:cNvPr>
          <p:cNvSpPr/>
          <p:nvPr/>
        </p:nvSpPr>
        <p:spPr>
          <a:xfrm>
            <a:off x="9234694" y="1522084"/>
            <a:ext cx="292608" cy="256032"/>
          </a:xfrm>
          <a:prstGeom prst="rect">
            <a:avLst/>
          </a:prstGeom>
          <a:noFill/>
          <a:ln/>
        </p:spPr>
        <p:txBody>
          <a:bodyPr wrap="square" lIns="381" tIns="381" rIns="381" bIns="381" rtlCol="0" anchor="ctr">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2F7DD1"/>
                </a:solidFill>
                <a:effectLst/>
                <a:uLnTx/>
                <a:uFillTx/>
                <a:latin typeface="Arial" pitchFamily="34" charset="0"/>
                <a:ea typeface="Arial" pitchFamily="34" charset="-122"/>
                <a:cs typeface="Arial" pitchFamily="34" charset="-120"/>
              </a:rPr>
              <a:t>📦</a:t>
            </a:r>
            <a:endParaRPr kumimoji="0" lang="en-GB" sz="1800" b="0" i="0" u="none" strike="noStrike" kern="1200" cap="none" spc="0" normalizeH="0" baseline="0" noProof="0">
              <a:ln>
                <a:noFill/>
              </a:ln>
              <a:solidFill>
                <a:srgbClr val="000000"/>
              </a:solidFill>
              <a:effectLst/>
              <a:uLnTx/>
              <a:uFillTx/>
              <a:latin typeface="Calibri"/>
              <a:ea typeface="+mn-ea"/>
              <a:cs typeface="+mn-cs"/>
            </a:endParaRPr>
          </a:p>
        </p:txBody>
      </p:sp>
      <p:sp>
        <p:nvSpPr>
          <p:cNvPr id="22" name="Text 47">
            <a:extLst>
              <a:ext uri="{FF2B5EF4-FFF2-40B4-BE49-F238E27FC236}">
                <a16:creationId xmlns:a16="http://schemas.microsoft.com/office/drawing/2014/main" id="{DE83EBF4-CB8C-2A58-26B1-BA77D7A3AE32}"/>
              </a:ext>
            </a:extLst>
          </p:cNvPr>
          <p:cNvSpPr/>
          <p:nvPr/>
        </p:nvSpPr>
        <p:spPr>
          <a:xfrm>
            <a:off x="11126380" y="1514303"/>
            <a:ext cx="292608" cy="256032"/>
          </a:xfrm>
          <a:prstGeom prst="rect">
            <a:avLst/>
          </a:prstGeom>
          <a:noFill/>
          <a:ln/>
        </p:spPr>
        <p:txBody>
          <a:bodyPr wrap="square" lIns="381" tIns="381" rIns="381" bIns="381" rtlCol="0" anchor="ctr">
            <a:normAutofit fontScale="92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a:ln>
                  <a:noFill/>
                </a:ln>
                <a:solidFill>
                  <a:srgbClr val="2F7DD1"/>
                </a:solidFill>
                <a:effectLst/>
                <a:uLnTx/>
                <a:uFillTx/>
                <a:latin typeface="Arial" pitchFamily="34" charset="0"/>
                <a:ea typeface="Arial" pitchFamily="34" charset="-122"/>
                <a:cs typeface="Arial" pitchFamily="34" charset="-120"/>
              </a:rPr>
              <a:t>$</a:t>
            </a:r>
            <a:endParaRPr kumimoji="0" lang="en-GB" sz="2000" b="0" i="0" u="none" strike="noStrike" kern="1200" cap="none" spc="0" normalizeH="0" baseline="0" noProof="0">
              <a:ln>
                <a:noFill/>
              </a:ln>
              <a:solidFill>
                <a:srgbClr val="000000"/>
              </a:solidFill>
              <a:effectLst/>
              <a:uLnTx/>
              <a:uFillTx/>
              <a:latin typeface="Calibri"/>
              <a:ea typeface="+mn-ea"/>
              <a:cs typeface="+mn-cs"/>
            </a:endParaRPr>
          </a:p>
        </p:txBody>
      </p:sp>
      <p:sp>
        <p:nvSpPr>
          <p:cNvPr id="24" name="Text 65">
            <a:extLst>
              <a:ext uri="{FF2B5EF4-FFF2-40B4-BE49-F238E27FC236}">
                <a16:creationId xmlns:a16="http://schemas.microsoft.com/office/drawing/2014/main" id="{9D6FC87D-2B03-96A6-B2E8-85382A103B9B}"/>
              </a:ext>
            </a:extLst>
          </p:cNvPr>
          <p:cNvSpPr/>
          <p:nvPr/>
        </p:nvSpPr>
        <p:spPr>
          <a:xfrm>
            <a:off x="3769885" y="2805546"/>
            <a:ext cx="274320" cy="201168"/>
          </a:xfrm>
          <a:prstGeom prst="rect">
            <a:avLst/>
          </a:prstGeom>
          <a:noFill/>
          <a:ln/>
        </p:spPr>
        <p:txBody>
          <a:bodyPr wrap="square" lIns="381" tIns="381" rIns="381" bIns="381" rtlCol="0" anchor="ctr">
            <a:normAutofit fontScale="850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4C8B3B"/>
                </a:solidFill>
                <a:effectLst/>
                <a:uLnTx/>
                <a:uFillTx/>
                <a:latin typeface="Arial" pitchFamily="34" charset="0"/>
                <a:ea typeface="Arial" pitchFamily="34" charset="-122"/>
                <a:cs typeface="Arial" pitchFamily="34" charset="-120"/>
              </a:rPr>
              <a:t>📊</a:t>
            </a:r>
            <a:endParaRPr kumimoji="0" lang="en-GB" sz="1800" b="0" i="0" u="none" strike="noStrike" kern="1200" cap="none" spc="0" normalizeH="0" baseline="0" noProof="0">
              <a:ln>
                <a:noFill/>
              </a:ln>
              <a:solidFill>
                <a:srgbClr val="000000"/>
              </a:solidFill>
              <a:effectLst/>
              <a:uLnTx/>
              <a:uFillTx/>
              <a:latin typeface="Calibri"/>
              <a:ea typeface="+mn-ea"/>
              <a:cs typeface="+mn-cs"/>
            </a:endParaRPr>
          </a:p>
        </p:txBody>
      </p:sp>
      <p:sp>
        <p:nvSpPr>
          <p:cNvPr id="26" name="Text 66">
            <a:extLst>
              <a:ext uri="{FF2B5EF4-FFF2-40B4-BE49-F238E27FC236}">
                <a16:creationId xmlns:a16="http://schemas.microsoft.com/office/drawing/2014/main" id="{CE62924D-486F-8FA7-101D-EE6F565765C9}"/>
              </a:ext>
            </a:extLst>
          </p:cNvPr>
          <p:cNvSpPr/>
          <p:nvPr/>
        </p:nvSpPr>
        <p:spPr>
          <a:xfrm>
            <a:off x="6096000" y="2805546"/>
            <a:ext cx="274320" cy="201168"/>
          </a:xfrm>
          <a:prstGeom prst="rect">
            <a:avLst/>
          </a:prstGeom>
          <a:noFill/>
          <a:ln/>
        </p:spPr>
        <p:txBody>
          <a:bodyPr wrap="square" lIns="381" tIns="381" rIns="381" bIns="381" rtlCol="0" anchor="ctr">
            <a:normAutofit fontScale="850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4C8B3B"/>
                </a:solidFill>
                <a:effectLst/>
                <a:uLnTx/>
                <a:uFillTx/>
                <a:latin typeface="Arial" pitchFamily="34" charset="0"/>
                <a:ea typeface="Arial" pitchFamily="34" charset="-122"/>
                <a:cs typeface="Arial" pitchFamily="34" charset="-120"/>
              </a:rPr>
              <a:t>◉</a:t>
            </a:r>
            <a:endParaRPr kumimoji="0" lang="en-GB" sz="1800" b="0" i="0" u="none" strike="noStrike" kern="1200" cap="none" spc="0" normalizeH="0" baseline="0" noProof="0">
              <a:ln>
                <a:noFill/>
              </a:ln>
              <a:solidFill>
                <a:srgbClr val="000000"/>
              </a:solidFill>
              <a:effectLst/>
              <a:uLnTx/>
              <a:uFillTx/>
              <a:latin typeface="Calibri"/>
              <a:ea typeface="+mn-ea"/>
              <a:cs typeface="+mn-cs"/>
            </a:endParaRPr>
          </a:p>
        </p:txBody>
      </p:sp>
      <p:sp>
        <p:nvSpPr>
          <p:cNvPr id="30" name="Text 67">
            <a:extLst>
              <a:ext uri="{FF2B5EF4-FFF2-40B4-BE49-F238E27FC236}">
                <a16:creationId xmlns:a16="http://schemas.microsoft.com/office/drawing/2014/main" id="{2819D21F-174E-CC00-04CB-45D949DFDF7D}"/>
              </a:ext>
            </a:extLst>
          </p:cNvPr>
          <p:cNvSpPr/>
          <p:nvPr/>
        </p:nvSpPr>
        <p:spPr>
          <a:xfrm>
            <a:off x="8612049" y="2805546"/>
            <a:ext cx="274320" cy="201168"/>
          </a:xfrm>
          <a:prstGeom prst="rect">
            <a:avLst/>
          </a:prstGeom>
          <a:noFill/>
          <a:ln/>
        </p:spPr>
        <p:txBody>
          <a:bodyPr wrap="square" lIns="381" tIns="381" rIns="381" bIns="381" rtlCol="0" anchor="ctr">
            <a:normAutofit fontScale="850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4C8B3B"/>
                </a:solidFill>
                <a:effectLst/>
                <a:uLnTx/>
                <a:uFillTx/>
                <a:latin typeface="Arial" pitchFamily="34" charset="0"/>
                <a:ea typeface="Arial" pitchFamily="34" charset="-122"/>
                <a:cs typeface="Arial" pitchFamily="34" charset="-120"/>
              </a:rPr>
              <a:t>🛡</a:t>
            </a:r>
            <a:endParaRPr kumimoji="0" lang="en-GB" sz="1800" b="0" i="0" u="none" strike="noStrike" kern="1200" cap="none" spc="0" normalizeH="0" baseline="0" noProof="0">
              <a:ln>
                <a:noFill/>
              </a:ln>
              <a:solidFill>
                <a:srgbClr val="000000"/>
              </a:solidFill>
              <a:effectLst/>
              <a:uLnTx/>
              <a:uFillTx/>
              <a:latin typeface="Calibri"/>
              <a:ea typeface="+mn-ea"/>
              <a:cs typeface="+mn-cs"/>
            </a:endParaRPr>
          </a:p>
        </p:txBody>
      </p:sp>
      <p:sp>
        <p:nvSpPr>
          <p:cNvPr id="34" name="Text 68">
            <a:extLst>
              <a:ext uri="{FF2B5EF4-FFF2-40B4-BE49-F238E27FC236}">
                <a16:creationId xmlns:a16="http://schemas.microsoft.com/office/drawing/2014/main" id="{DD7387A3-AD27-E484-7116-66BC481EA8DB}"/>
              </a:ext>
            </a:extLst>
          </p:cNvPr>
          <p:cNvSpPr/>
          <p:nvPr/>
        </p:nvSpPr>
        <p:spPr>
          <a:xfrm>
            <a:off x="11144668" y="2843784"/>
            <a:ext cx="274320" cy="201168"/>
          </a:xfrm>
          <a:prstGeom prst="rect">
            <a:avLst/>
          </a:prstGeom>
          <a:noFill/>
          <a:ln/>
        </p:spPr>
        <p:txBody>
          <a:bodyPr wrap="square" lIns="381" tIns="381" rIns="381" bIns="381" rtlCol="0" anchor="ctr">
            <a:normAutofit fontScale="850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4C8B3B"/>
                </a:solidFill>
                <a:effectLst/>
                <a:uLnTx/>
                <a:uFillTx/>
                <a:latin typeface="Arial" pitchFamily="34" charset="0"/>
                <a:ea typeface="Arial" pitchFamily="34" charset="-122"/>
                <a:cs typeface="Arial" pitchFamily="34" charset="-120"/>
              </a:rPr>
              <a:t>👥</a:t>
            </a:r>
            <a:endParaRPr kumimoji="0" lang="en-GB" sz="1800" b="0" i="0" u="none" strike="noStrike" kern="1200" cap="none" spc="0" normalizeH="0" baseline="0" noProof="0">
              <a:ln>
                <a:noFill/>
              </a:ln>
              <a:solidFill>
                <a:srgbClr val="000000"/>
              </a:solidFill>
              <a:effectLst/>
              <a:uLnTx/>
              <a:uFillTx/>
              <a:latin typeface="Calibri"/>
              <a:ea typeface="+mn-ea"/>
              <a:cs typeface="+mn-cs"/>
            </a:endParaRPr>
          </a:p>
        </p:txBody>
      </p:sp>
      <p:sp>
        <p:nvSpPr>
          <p:cNvPr id="38" name="Shape 69">
            <a:extLst>
              <a:ext uri="{FF2B5EF4-FFF2-40B4-BE49-F238E27FC236}">
                <a16:creationId xmlns:a16="http://schemas.microsoft.com/office/drawing/2014/main" id="{493B4AAB-A72B-8913-99DE-0E6902A29B20}"/>
              </a:ext>
            </a:extLst>
          </p:cNvPr>
          <p:cNvSpPr/>
          <p:nvPr/>
        </p:nvSpPr>
        <p:spPr>
          <a:xfrm>
            <a:off x="3997654" y="3099816"/>
            <a:ext cx="393192" cy="0"/>
          </a:xfrm>
          <a:prstGeom prst="line">
            <a:avLst/>
          </a:prstGeom>
          <a:noFill/>
          <a:ln w="12700">
            <a:solidFill>
              <a:srgbClr val="4C8B3B"/>
            </a:solidFill>
            <a:prstDash val="solid"/>
            <a:headEnd type="none"/>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Calibri"/>
              <a:ea typeface="+mn-ea"/>
              <a:cs typeface="+mn-cs"/>
            </a:endParaRPr>
          </a:p>
        </p:txBody>
      </p:sp>
      <p:sp>
        <p:nvSpPr>
          <p:cNvPr id="42" name="Shape 70">
            <a:extLst>
              <a:ext uri="{FF2B5EF4-FFF2-40B4-BE49-F238E27FC236}">
                <a16:creationId xmlns:a16="http://schemas.microsoft.com/office/drawing/2014/main" id="{3AACEDAE-F99E-386C-F197-5C7CE4CADDE9}"/>
              </a:ext>
            </a:extLst>
          </p:cNvPr>
          <p:cNvSpPr/>
          <p:nvPr/>
        </p:nvSpPr>
        <p:spPr>
          <a:xfrm>
            <a:off x="6484822" y="3099816"/>
            <a:ext cx="402336" cy="0"/>
          </a:xfrm>
          <a:prstGeom prst="line">
            <a:avLst/>
          </a:prstGeom>
          <a:noFill/>
          <a:ln w="12700">
            <a:solidFill>
              <a:srgbClr val="4C8B3B"/>
            </a:solidFill>
            <a:prstDash val="solid"/>
            <a:headEnd type="none"/>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Calibri"/>
              <a:ea typeface="+mn-ea"/>
              <a:cs typeface="+mn-cs"/>
            </a:endParaRPr>
          </a:p>
        </p:txBody>
      </p:sp>
      <p:sp>
        <p:nvSpPr>
          <p:cNvPr id="45" name="Shape 71">
            <a:extLst>
              <a:ext uri="{FF2B5EF4-FFF2-40B4-BE49-F238E27FC236}">
                <a16:creationId xmlns:a16="http://schemas.microsoft.com/office/drawing/2014/main" id="{AE5C4C9C-2B95-4CF2-A5BD-964059AF6FF7}"/>
              </a:ext>
            </a:extLst>
          </p:cNvPr>
          <p:cNvSpPr/>
          <p:nvPr/>
        </p:nvSpPr>
        <p:spPr>
          <a:xfrm>
            <a:off x="8971990" y="3099816"/>
            <a:ext cx="420624" cy="0"/>
          </a:xfrm>
          <a:prstGeom prst="line">
            <a:avLst/>
          </a:prstGeom>
          <a:noFill/>
          <a:ln w="12700">
            <a:solidFill>
              <a:srgbClr val="4C8B3B"/>
            </a:solidFill>
            <a:prstDash val="solid"/>
            <a:headEnd type="none"/>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Calibri"/>
              <a:ea typeface="+mn-ea"/>
              <a:cs typeface="+mn-cs"/>
            </a:endParaRPr>
          </a:p>
        </p:txBody>
      </p:sp>
      <p:sp>
        <p:nvSpPr>
          <p:cNvPr id="46" name="Text 85">
            <a:extLst>
              <a:ext uri="{FF2B5EF4-FFF2-40B4-BE49-F238E27FC236}">
                <a16:creationId xmlns:a16="http://schemas.microsoft.com/office/drawing/2014/main" id="{20376A70-9339-DD4C-0EF9-4B979FF3F42B}"/>
              </a:ext>
            </a:extLst>
          </p:cNvPr>
          <p:cNvSpPr/>
          <p:nvPr/>
        </p:nvSpPr>
        <p:spPr>
          <a:xfrm>
            <a:off x="4534657" y="4150563"/>
            <a:ext cx="274320" cy="201168"/>
          </a:xfrm>
          <a:prstGeom prst="rect">
            <a:avLst/>
          </a:prstGeom>
          <a:noFill/>
          <a:ln/>
        </p:spPr>
        <p:txBody>
          <a:bodyPr wrap="square" lIns="381" tIns="381" rIns="381" bIns="381" rtlCol="0" anchor="ctr">
            <a:normAutofit fontScale="850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6F47B7"/>
                </a:solidFill>
                <a:effectLst/>
                <a:uLnTx/>
                <a:uFillTx/>
                <a:latin typeface="Arial" pitchFamily="34" charset="0"/>
                <a:ea typeface="Arial" pitchFamily="34" charset="-122"/>
                <a:cs typeface="Arial" pitchFamily="34" charset="-120"/>
              </a:rPr>
              <a:t>📝</a:t>
            </a:r>
            <a:endParaRPr kumimoji="0" lang="en-GB" sz="1800" b="0" i="0" u="none" strike="noStrike" kern="1200" cap="none" spc="0" normalizeH="0" baseline="0" noProof="0">
              <a:ln>
                <a:noFill/>
              </a:ln>
              <a:solidFill>
                <a:srgbClr val="000000"/>
              </a:solidFill>
              <a:effectLst/>
              <a:uLnTx/>
              <a:uFillTx/>
              <a:latin typeface="Calibri"/>
              <a:ea typeface="+mn-ea"/>
              <a:cs typeface="+mn-cs"/>
            </a:endParaRPr>
          </a:p>
        </p:txBody>
      </p:sp>
      <p:sp>
        <p:nvSpPr>
          <p:cNvPr id="47" name="Text 86">
            <a:extLst>
              <a:ext uri="{FF2B5EF4-FFF2-40B4-BE49-F238E27FC236}">
                <a16:creationId xmlns:a16="http://schemas.microsoft.com/office/drawing/2014/main" id="{F873C4A4-8F77-9F76-47BD-4708A414119F}"/>
              </a:ext>
            </a:extLst>
          </p:cNvPr>
          <p:cNvSpPr/>
          <p:nvPr/>
        </p:nvSpPr>
        <p:spPr>
          <a:xfrm>
            <a:off x="7793246" y="4113156"/>
            <a:ext cx="274320" cy="201168"/>
          </a:xfrm>
          <a:prstGeom prst="rect">
            <a:avLst/>
          </a:prstGeom>
          <a:noFill/>
          <a:ln/>
        </p:spPr>
        <p:txBody>
          <a:bodyPr wrap="square" lIns="381" tIns="381" rIns="381" bIns="381" rtlCol="0" anchor="ctr">
            <a:normAutofit fontScale="850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6F47B7"/>
                </a:solidFill>
                <a:effectLst/>
                <a:uLnTx/>
                <a:uFillTx/>
                <a:latin typeface="Arial" pitchFamily="34" charset="0"/>
                <a:ea typeface="Arial" pitchFamily="34" charset="-122"/>
                <a:cs typeface="Arial" pitchFamily="34" charset="-120"/>
              </a:rPr>
              <a:t>⟳</a:t>
            </a:r>
            <a:endParaRPr kumimoji="0" lang="en-GB" sz="1800" b="0" i="0" u="none" strike="noStrike" kern="1200" cap="none" spc="0" normalizeH="0" baseline="0" noProof="0">
              <a:ln>
                <a:noFill/>
              </a:ln>
              <a:solidFill>
                <a:srgbClr val="000000"/>
              </a:solidFill>
              <a:effectLst/>
              <a:uLnTx/>
              <a:uFillTx/>
              <a:latin typeface="Calibri"/>
              <a:ea typeface="+mn-ea"/>
              <a:cs typeface="+mn-cs"/>
            </a:endParaRPr>
          </a:p>
        </p:txBody>
      </p:sp>
      <p:sp>
        <p:nvSpPr>
          <p:cNvPr id="48" name="Text 87">
            <a:extLst>
              <a:ext uri="{FF2B5EF4-FFF2-40B4-BE49-F238E27FC236}">
                <a16:creationId xmlns:a16="http://schemas.microsoft.com/office/drawing/2014/main" id="{4B154647-AAF9-CD4F-5ACA-99AB2F31E8B0}"/>
              </a:ext>
            </a:extLst>
          </p:cNvPr>
          <p:cNvSpPr/>
          <p:nvPr/>
        </p:nvSpPr>
        <p:spPr>
          <a:xfrm>
            <a:off x="11144668" y="4113156"/>
            <a:ext cx="274320" cy="201168"/>
          </a:xfrm>
          <a:prstGeom prst="rect">
            <a:avLst/>
          </a:prstGeom>
          <a:noFill/>
          <a:ln/>
        </p:spPr>
        <p:txBody>
          <a:bodyPr wrap="square" lIns="381" tIns="381" rIns="381" bIns="381" rtlCol="0" anchor="ctr">
            <a:normAutofit fontScale="850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6F47B7"/>
                </a:solidFill>
                <a:effectLst/>
                <a:uLnTx/>
                <a:uFillTx/>
                <a:latin typeface="Arial" pitchFamily="34" charset="0"/>
                <a:ea typeface="Arial" pitchFamily="34" charset="-122"/>
                <a:cs typeface="Arial" pitchFamily="34" charset="-120"/>
              </a:rPr>
              <a:t>📄</a:t>
            </a:r>
            <a:endParaRPr kumimoji="0" lang="en-GB" sz="1800" b="0" i="0" u="none" strike="noStrike" kern="1200" cap="none" spc="0" normalizeH="0" baseline="0" noProof="0">
              <a:ln>
                <a:noFill/>
              </a:ln>
              <a:solidFill>
                <a:srgbClr val="000000"/>
              </a:solidFill>
              <a:effectLst/>
              <a:uLnTx/>
              <a:uFillTx/>
              <a:latin typeface="Calibri"/>
              <a:ea typeface="+mn-ea"/>
              <a:cs typeface="+mn-cs"/>
            </a:endParaRPr>
          </a:p>
        </p:txBody>
      </p:sp>
      <p:sp>
        <p:nvSpPr>
          <p:cNvPr id="49" name="Text 95">
            <a:extLst>
              <a:ext uri="{FF2B5EF4-FFF2-40B4-BE49-F238E27FC236}">
                <a16:creationId xmlns:a16="http://schemas.microsoft.com/office/drawing/2014/main" id="{E55E9047-60FB-747F-AA03-8DB447F71A3F}"/>
              </a:ext>
            </a:extLst>
          </p:cNvPr>
          <p:cNvSpPr/>
          <p:nvPr/>
        </p:nvSpPr>
        <p:spPr>
          <a:xfrm>
            <a:off x="4534657" y="5374179"/>
            <a:ext cx="320040" cy="228600"/>
          </a:xfrm>
          <a:prstGeom prst="rect">
            <a:avLst/>
          </a:prstGeom>
          <a:noFill/>
          <a:ln/>
        </p:spPr>
        <p:txBody>
          <a:bodyPr wrap="square" lIns="381" tIns="381" rIns="381" bIns="381" rtlCol="0" anchor="ctr">
            <a:normAutofit fontScale="700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600" b="0" i="0" u="none" strike="noStrike" kern="1200" cap="none" spc="0" normalizeH="0" baseline="0" noProof="0">
                <a:ln>
                  <a:noFill/>
                </a:ln>
                <a:solidFill>
                  <a:srgbClr val="E3AC13"/>
                </a:solidFill>
                <a:effectLst/>
                <a:uLnTx/>
                <a:uFillTx/>
                <a:latin typeface="Arial" pitchFamily="34" charset="0"/>
                <a:ea typeface="Arial" pitchFamily="34" charset="-122"/>
                <a:cs typeface="Arial" pitchFamily="34" charset="-120"/>
              </a:rPr>
              <a:t>⛁</a:t>
            </a:r>
            <a:endParaRPr kumimoji="0" lang="en-GB" sz="2600" b="0" i="0" u="none" strike="noStrike" kern="1200" cap="none" spc="0" normalizeH="0" baseline="0" noProof="0">
              <a:ln>
                <a:noFill/>
              </a:ln>
              <a:solidFill>
                <a:srgbClr val="000000"/>
              </a:solidFill>
              <a:effectLst/>
              <a:uLnTx/>
              <a:uFillTx/>
              <a:latin typeface="Calibri"/>
              <a:ea typeface="+mn-ea"/>
              <a:cs typeface="+mn-cs"/>
            </a:endParaRPr>
          </a:p>
        </p:txBody>
      </p:sp>
      <p:sp>
        <p:nvSpPr>
          <p:cNvPr id="50" name="Oval 49">
            <a:extLst>
              <a:ext uri="{FF2B5EF4-FFF2-40B4-BE49-F238E27FC236}">
                <a16:creationId xmlns:a16="http://schemas.microsoft.com/office/drawing/2014/main" id="{73DD6227-A584-FE17-9A67-7CE63FFCA83A}"/>
              </a:ext>
            </a:extLst>
          </p:cNvPr>
          <p:cNvSpPr/>
          <p:nvPr/>
        </p:nvSpPr>
        <p:spPr>
          <a:xfrm>
            <a:off x="41563" y="359109"/>
            <a:ext cx="339159" cy="339159"/>
          </a:xfrm>
          <a:prstGeom prst="ellipse">
            <a:avLst/>
          </a:prstGeom>
          <a:solidFill>
            <a:schemeClr val="accent2"/>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a:ln>
                  <a:noFill/>
                </a:ln>
                <a:solidFill>
                  <a:srgbClr val="FFFFFF"/>
                </a:solidFill>
                <a:effectLst/>
                <a:uLnTx/>
                <a:uFillTx/>
                <a:latin typeface="Calibri"/>
                <a:ea typeface="+mn-ea"/>
                <a:cs typeface="+mn-cs"/>
              </a:rPr>
              <a:t>5A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5D6FB99B-8614-A3DE-B554-4730E667EE5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5" progId="TCLayout.ActiveDocument.1">
                  <p:embed/>
                </p:oleObj>
              </mc:Choice>
              <mc:Fallback>
                <p:oleObj name="think-cell Slide" r:id="rId5" imgW="425" imgH="425" progId="TCLayout.ActiveDocument.1">
                  <p:embed/>
                  <p:pic>
                    <p:nvPicPr>
                      <p:cNvPr id="14" name="think-cell data - do not delete" hidden="1">
                        <a:extLst>
                          <a:ext uri="{FF2B5EF4-FFF2-40B4-BE49-F238E27FC236}">
                            <a16:creationId xmlns:a16="http://schemas.microsoft.com/office/drawing/2014/main" id="{5D6FB99B-8614-A3DE-B554-4730E667EE5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graphicFrame>
        <p:nvGraphicFramePr>
          <p:cNvPr id="2" name="Table 1">
            <a:extLst>
              <a:ext uri="{FF2B5EF4-FFF2-40B4-BE49-F238E27FC236}">
                <a16:creationId xmlns:a16="http://schemas.microsoft.com/office/drawing/2014/main" id="{7A3D0AEA-2383-4B39-B336-A972C5AB67CA}"/>
              </a:ext>
            </a:extLst>
          </p:cNvPr>
          <p:cNvGraphicFramePr>
            <a:graphicFrameLocks noGrp="1"/>
          </p:cNvGraphicFramePr>
          <p:nvPr/>
        </p:nvGraphicFramePr>
        <p:xfrm>
          <a:off x="457199" y="897746"/>
          <a:ext cx="11277600" cy="5250944"/>
        </p:xfrm>
        <a:graphic>
          <a:graphicData uri="http://schemas.openxmlformats.org/drawingml/2006/table">
            <a:tbl>
              <a:tblPr firstRow="1" bandRow="1"/>
              <a:tblGrid>
                <a:gridCol w="3683832">
                  <a:extLst>
                    <a:ext uri="{9D8B030D-6E8A-4147-A177-3AD203B41FA5}">
                      <a16:colId xmlns:a16="http://schemas.microsoft.com/office/drawing/2014/main" val="2516651250"/>
                    </a:ext>
                  </a:extLst>
                </a:gridCol>
                <a:gridCol w="3796884">
                  <a:extLst>
                    <a:ext uri="{9D8B030D-6E8A-4147-A177-3AD203B41FA5}">
                      <a16:colId xmlns:a16="http://schemas.microsoft.com/office/drawing/2014/main" val="3585182512"/>
                    </a:ext>
                  </a:extLst>
                </a:gridCol>
                <a:gridCol w="3796884">
                  <a:extLst>
                    <a:ext uri="{9D8B030D-6E8A-4147-A177-3AD203B41FA5}">
                      <a16:colId xmlns:a16="http://schemas.microsoft.com/office/drawing/2014/main" val="2706950618"/>
                    </a:ext>
                  </a:extLst>
                </a:gridCol>
              </a:tblGrid>
              <a:tr h="1008236">
                <a:tc>
                  <a:txBody>
                    <a:bodyPr/>
                    <a:lstStyle/>
                    <a:p>
                      <a:pPr marL="0" marR="0" lvl="0" indent="0" algn="l" defTabSz="914400" rtl="0" eaLnBrk="1" fontAlgn="auto" latinLnBrk="0" hangingPunct="1">
                        <a:lnSpc>
                          <a:spcPct val="100000"/>
                        </a:lnSpc>
                        <a:spcBef>
                          <a:spcPts val="0"/>
                        </a:spcBef>
                        <a:spcAft>
                          <a:spcPts val="900"/>
                        </a:spcAft>
                        <a:buClrTx/>
                        <a:buSzTx/>
                        <a:buFontTx/>
                        <a:buNone/>
                        <a:tabLst/>
                        <a:defRPr/>
                      </a:pPr>
                      <a:endParaRPr kumimoji="0" lang="en-GB" sz="4800" b="0" i="0" u="none" strike="noStrike" kern="1200" cap="none" spc="0" normalizeH="0" baseline="0" noProof="0">
                        <a:ln>
                          <a:noFill/>
                        </a:ln>
                        <a:solidFill>
                          <a:schemeClr val="tx1"/>
                        </a:solidFill>
                        <a:effectLst/>
                        <a:uLnTx/>
                        <a:uFillTx/>
                        <a:latin typeface="+mn-lt"/>
                        <a:ea typeface="+mn-ea"/>
                        <a:cs typeface="+mn-cs"/>
                      </a:endParaRPr>
                    </a:p>
                  </a:txBody>
                  <a:tcPr marL="0">
                    <a:lnL>
                      <a:noFill/>
                    </a:lnL>
                    <a:lnR w="38100" cap="flat" cmpd="sng" algn="ctr">
                      <a:solidFill>
                        <a:schemeClr val="bg1"/>
                      </a:solidFill>
                      <a:prstDash val="solid"/>
                      <a:round/>
                      <a:headEnd type="none" w="med" len="med"/>
                      <a:tailEnd type="none" w="med" len="med"/>
                    </a:lnR>
                    <a:lnT>
                      <a:noFill/>
                    </a:lnT>
                    <a:lnB w="9525" cap="flat" cmpd="sng" algn="ctr">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900"/>
                        </a:spcAft>
                        <a:buClrTx/>
                        <a:buSzTx/>
                        <a:buFontTx/>
                        <a:buNone/>
                        <a:tabLst/>
                        <a:defRPr/>
                      </a:pPr>
                      <a:endParaRPr kumimoji="0" lang="en-GB" sz="4800" b="0" i="0" u="none" strike="noStrike" kern="1200" cap="none" spc="0" normalizeH="0" baseline="0" noProof="0">
                        <a:ln>
                          <a:noFill/>
                        </a:ln>
                        <a:solidFill>
                          <a:schemeClr val="tx1"/>
                        </a:solidFill>
                        <a:effectLst/>
                        <a:uLnTx/>
                        <a:uFillTx/>
                        <a:latin typeface="+mn-lt"/>
                        <a:ea typeface="+mn-ea"/>
                        <a:cs typeface="+mn-cs"/>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a:noFill/>
                    </a:lnT>
                    <a:lnB w="9525" cap="flat" cmpd="sng" algn="ctr">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900"/>
                        </a:spcAft>
                        <a:buClrTx/>
                        <a:buSzTx/>
                        <a:buFontTx/>
                        <a:buNone/>
                        <a:tabLst/>
                        <a:defRPr/>
                      </a:pPr>
                      <a:endParaRPr kumimoji="0" lang="en-GB" sz="4800" b="0" i="0" u="none" strike="noStrike" kern="1200" cap="none" spc="0" normalizeH="0" baseline="0" noProof="0">
                        <a:ln>
                          <a:noFill/>
                        </a:ln>
                        <a:solidFill>
                          <a:schemeClr val="tx1"/>
                        </a:solidFill>
                        <a:effectLst/>
                        <a:uLnTx/>
                        <a:uFillTx/>
                        <a:latin typeface="+mn-lt"/>
                        <a:ea typeface="+mn-ea"/>
                        <a:cs typeface="+mn-cs"/>
                      </a:endParaRPr>
                    </a:p>
                  </a:txBody>
                  <a:tcPr>
                    <a:lnL w="38100" cap="flat" cmpd="sng" algn="ctr">
                      <a:solidFill>
                        <a:schemeClr val="bg1"/>
                      </a:solidFill>
                      <a:prstDash val="solid"/>
                      <a:round/>
                      <a:headEnd type="none" w="med" len="med"/>
                      <a:tailEnd type="none" w="med" len="med"/>
                    </a:lnL>
                    <a:lnR>
                      <a:noFill/>
                    </a:lnR>
                    <a:lnT>
                      <a:noFill/>
                    </a:lnT>
                    <a:lnB w="9525" cap="flat" cmpd="sng" algn="ctr">
                      <a:noFill/>
                    </a:lnB>
                    <a:lnTlToBr w="12700" cmpd="sng">
                      <a:noFill/>
                      <a:prstDash val="solid"/>
                    </a:lnTlToBr>
                    <a:lnBlToTr w="12700" cmpd="sng">
                      <a:noFill/>
                      <a:prstDash val="solid"/>
                    </a:lnBlToTr>
                    <a:noFill/>
                  </a:tcPr>
                </a:tc>
                <a:extLst>
                  <a:ext uri="{0D108BD9-81ED-4DB2-BD59-A6C34878D82A}">
                    <a16:rowId xmlns:a16="http://schemas.microsoft.com/office/drawing/2014/main" val="946405334"/>
                  </a:ext>
                </a:extLst>
              </a:tr>
              <a:tr h="0">
                <a:tc>
                  <a:txBody>
                    <a:bodyPr/>
                    <a:lstStyle/>
                    <a:p>
                      <a:endParaRPr lang="en-GB" sz="700">
                        <a:solidFill>
                          <a:schemeClr val="tx1"/>
                        </a:solidFill>
                        <a:latin typeface="+mn-lt"/>
                      </a:endParaRPr>
                    </a:p>
                  </a:txBody>
                  <a:tcPr marL="0" marR="0" marT="0" marB="0">
                    <a:lnL>
                      <a:noFill/>
                    </a:lnL>
                    <a:lnR w="38100" cap="flat" cmpd="sng" algn="ctr">
                      <a:solidFill>
                        <a:schemeClr val="bg1"/>
                      </a:solidFill>
                      <a:prstDash val="solid"/>
                      <a:round/>
                      <a:headEnd type="none" w="med" len="med"/>
                      <a:tailEnd type="none" w="med" len="med"/>
                    </a:lnR>
                    <a:lnT w="9525" cap="flat" cmpd="sng" algn="ctr">
                      <a:noFill/>
                    </a:lnT>
                    <a:lnB w="9525" cap="flat" cmpd="sng" algn="ctr">
                      <a:noFill/>
                    </a:lnB>
                    <a:lnTlToBr w="12700" cmpd="sng">
                      <a:noFill/>
                      <a:prstDash val="solid"/>
                    </a:lnTlToBr>
                    <a:lnBlToTr w="12700" cmpd="sng">
                      <a:noFill/>
                      <a:prstDash val="solid"/>
                    </a:lnBlToTr>
                    <a:solidFill>
                      <a:schemeClr val="accent2"/>
                    </a:solidFill>
                  </a:tcPr>
                </a:tc>
                <a:tc>
                  <a:txBody>
                    <a:bodyPr/>
                    <a:lstStyle/>
                    <a:p>
                      <a:endParaRPr lang="en-GB" sz="700">
                        <a:solidFill>
                          <a:schemeClr val="tx1"/>
                        </a:solidFill>
                        <a:latin typeface="+mn-lt"/>
                      </a:endParaRPr>
                    </a:p>
                  </a:txBody>
                  <a:tcPr marL="0" marR="0" marT="0" marB="0">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9525" cap="flat" cmpd="sng" algn="ctr">
                      <a:noFill/>
                    </a:lnT>
                    <a:lnB w="9525" cap="flat" cmpd="sng" algn="ctr">
                      <a:noFill/>
                    </a:lnB>
                    <a:lnTlToBr w="12700" cmpd="sng">
                      <a:noFill/>
                      <a:prstDash val="solid"/>
                    </a:lnTlToBr>
                    <a:lnBlToTr w="12700" cmpd="sng">
                      <a:noFill/>
                      <a:prstDash val="solid"/>
                    </a:lnBlToTr>
                    <a:solidFill>
                      <a:schemeClr val="accent6"/>
                    </a:solidFill>
                  </a:tcPr>
                </a:tc>
                <a:tc>
                  <a:txBody>
                    <a:bodyPr/>
                    <a:lstStyle/>
                    <a:p>
                      <a:endParaRPr lang="en-GB" sz="700">
                        <a:solidFill>
                          <a:schemeClr val="tx1"/>
                        </a:solidFill>
                        <a:latin typeface="+mn-lt"/>
                      </a:endParaRPr>
                    </a:p>
                  </a:txBody>
                  <a:tcPr marL="0" marR="0" marT="0" marB="0">
                    <a:lnL w="38100" cap="flat" cmpd="sng" algn="ctr">
                      <a:solidFill>
                        <a:schemeClr val="bg1"/>
                      </a:solidFill>
                      <a:prstDash val="solid"/>
                      <a:round/>
                      <a:headEnd type="none" w="med" len="med"/>
                      <a:tailEnd type="none" w="med" len="med"/>
                    </a:lnL>
                    <a:lnR>
                      <a:noFill/>
                    </a:lnR>
                    <a:lnT w="9525" cap="flat" cmpd="sng" algn="ctr">
                      <a:noFill/>
                    </a:lnT>
                    <a:lnB w="9525" cap="flat" cmpd="sng" algn="ctr">
                      <a:noFill/>
                    </a:lnB>
                    <a:lnTlToBr w="12700" cmpd="sng">
                      <a:noFill/>
                      <a:prstDash val="solid"/>
                    </a:lnTlToBr>
                    <a:lnBlToTr w="12700" cmpd="sng">
                      <a:noFill/>
                      <a:prstDash val="solid"/>
                    </a:lnBlToTr>
                    <a:solidFill>
                      <a:srgbClr val="FFBE00"/>
                    </a:solidFill>
                  </a:tcPr>
                </a:tc>
                <a:extLst>
                  <a:ext uri="{0D108BD9-81ED-4DB2-BD59-A6C34878D82A}">
                    <a16:rowId xmlns:a16="http://schemas.microsoft.com/office/drawing/2014/main" val="36087265"/>
                  </a:ext>
                </a:extLst>
              </a:tr>
              <a:tr h="274973">
                <a:tc>
                  <a:txBody>
                    <a:bodyPr/>
                    <a:lstStyle/>
                    <a:p>
                      <a:r>
                        <a:rPr lang="en-GB" sz="1800" b="1">
                          <a:latin typeface="+mj-lt"/>
                        </a:rPr>
                        <a:t>Solution Design</a:t>
                      </a:r>
                    </a:p>
                  </a:txBody>
                  <a:tcPr marL="0" marT="91440">
                    <a:lnL>
                      <a:noFill/>
                    </a:lnL>
                    <a:lnR w="38100" cap="flat" cmpd="sng" algn="ctr">
                      <a:solidFill>
                        <a:schemeClr val="bg1"/>
                      </a:solidFill>
                      <a:prstDash val="solid"/>
                      <a:round/>
                      <a:headEnd type="none" w="med" len="med"/>
                      <a:tailEnd type="none" w="med" len="med"/>
                    </a:lnR>
                    <a:lnT w="9525" cap="flat" cmpd="sng" algn="ctr">
                      <a:noFill/>
                    </a:lnT>
                    <a:lnB w="9525" cap="flat" cmpd="sng" algn="ctr">
                      <a:noFill/>
                    </a:lnB>
                    <a:lnTlToBr w="12700" cmpd="sng">
                      <a:noFill/>
                      <a:prstDash val="solid"/>
                    </a:lnTlToBr>
                    <a:lnBlToTr w="12700" cmpd="sng">
                      <a:noFill/>
                      <a:prstDash val="solid"/>
                    </a:lnBlToTr>
                  </a:tcPr>
                </a:tc>
                <a:tc>
                  <a:txBody>
                    <a:bodyPr/>
                    <a:lstStyle/>
                    <a:p>
                      <a:r>
                        <a:rPr kumimoji="0" lang="en-GB" sz="1800" b="1" i="0" u="none" strike="noStrike" kern="1200" cap="none" spc="0" normalizeH="0" baseline="0" noProof="0">
                          <a:ln>
                            <a:noFill/>
                          </a:ln>
                          <a:solidFill>
                            <a:schemeClr val="tx1"/>
                          </a:solidFill>
                          <a:effectLst/>
                          <a:uLnTx/>
                          <a:uFillTx/>
                          <a:latin typeface="+mj-lt"/>
                          <a:ea typeface="+mn-ea"/>
                          <a:cs typeface="+mn-cs"/>
                        </a:rPr>
                        <a:t>Business and Functional Advantages</a:t>
                      </a:r>
                      <a:endParaRPr lang="en-GB" sz="1800">
                        <a:solidFill>
                          <a:schemeClr val="tx1"/>
                        </a:solidFill>
                        <a:latin typeface="+mj-lt"/>
                      </a:endParaRPr>
                    </a:p>
                  </a:txBody>
                  <a:tcPr marT="91440">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9525" cap="flat" cmpd="sng" algn="ctr">
                      <a:noFill/>
                    </a:lnT>
                    <a:lnB w="9525" cap="flat" cmpd="sng" algn="ctr">
                      <a:noFill/>
                    </a:lnB>
                    <a:lnTlToBr w="12700" cmpd="sng">
                      <a:noFill/>
                      <a:prstDash val="solid"/>
                    </a:lnTlToBr>
                    <a:lnBlToTr w="12700" cmpd="sng">
                      <a:noFill/>
                      <a:prstDash val="solid"/>
                    </a:lnBlToTr>
                  </a:tcPr>
                </a:tc>
                <a:tc>
                  <a:txBody>
                    <a:bodyPr/>
                    <a:lstStyle/>
                    <a:p>
                      <a:r>
                        <a:rPr kumimoji="0" lang="en-GB" sz="1800" b="1" i="0" u="none" strike="noStrike" kern="0" cap="none" spc="0" normalizeH="0" baseline="0" noProof="0">
                          <a:ln>
                            <a:noFill/>
                          </a:ln>
                          <a:solidFill>
                            <a:srgbClr val="000000"/>
                          </a:solidFill>
                          <a:effectLst/>
                          <a:uLnTx/>
                          <a:uFillTx/>
                          <a:latin typeface="+mj-lt"/>
                          <a:ea typeface="+mn-ea"/>
                          <a:cs typeface="+mn-cs"/>
                        </a:rPr>
                        <a:t>Resourcing and Sustainment Model</a:t>
                      </a:r>
                      <a:endParaRPr lang="en-GB" sz="1800">
                        <a:solidFill>
                          <a:schemeClr val="tx1"/>
                        </a:solidFill>
                        <a:latin typeface="+mj-lt"/>
                      </a:endParaRPr>
                    </a:p>
                  </a:txBody>
                  <a:tcPr marT="91440">
                    <a:lnL w="38100" cap="flat" cmpd="sng" algn="ctr">
                      <a:solidFill>
                        <a:schemeClr val="bg1"/>
                      </a:solidFill>
                      <a:prstDash val="solid"/>
                      <a:round/>
                      <a:headEnd type="none" w="med" len="med"/>
                      <a:tailEnd type="none" w="med" len="med"/>
                    </a:lnL>
                    <a:lnR>
                      <a:noFill/>
                    </a:lnR>
                    <a:lnT w="9525" cap="flat" cmpd="sng" algn="ctr">
                      <a:noFill/>
                    </a:lnT>
                    <a:lnB w="9525" cap="flat" cmpd="sng" algn="ctr">
                      <a:noFill/>
                    </a:lnB>
                    <a:lnTlToBr w="12700" cmpd="sng">
                      <a:noFill/>
                      <a:prstDash val="solid"/>
                    </a:lnTlToBr>
                    <a:lnBlToTr w="12700" cmpd="sng">
                      <a:noFill/>
                      <a:prstDash val="solid"/>
                    </a:lnBlToTr>
                    <a:noFill/>
                  </a:tcPr>
                </a:tc>
                <a:extLst>
                  <a:ext uri="{0D108BD9-81ED-4DB2-BD59-A6C34878D82A}">
                    <a16:rowId xmlns:a16="http://schemas.microsoft.com/office/drawing/2014/main" val="2223656293"/>
                  </a:ext>
                </a:extLst>
              </a:tr>
              <a:tr h="3724548">
                <a:tc>
                  <a:txBody>
                    <a:bodyPr/>
                    <a:lstStyle/>
                    <a:p>
                      <a:pPr marL="285750" indent="-285750">
                        <a:spcBef>
                          <a:spcPts val="1200"/>
                        </a:spcBef>
                        <a:spcAft>
                          <a:spcPts val="600"/>
                        </a:spcAft>
                        <a:buFont typeface="Arial" panose="020B0604020202020204" pitchFamily="34" charset="0"/>
                        <a:buChar char="•"/>
                      </a:pPr>
                      <a:r>
                        <a:rPr lang="en-GB" sz="1300"/>
                        <a:t>React frontend embedded in Dynamics via iFrame / web resource</a:t>
                      </a:r>
                    </a:p>
                    <a:p>
                      <a:pPr marL="285750" indent="-285750">
                        <a:spcAft>
                          <a:spcPts val="600"/>
                        </a:spcAft>
                        <a:buFont typeface="Arial" panose="020B0604020202020204" pitchFamily="34" charset="0"/>
                        <a:buChar char="•"/>
                      </a:pPr>
                      <a:r>
                        <a:rPr lang="en-GB" sz="1300"/>
                        <a:t>Backend services call Dataverse and ERP through secured APIs</a:t>
                      </a:r>
                    </a:p>
                    <a:p>
                      <a:pPr marL="285750" indent="-285750">
                        <a:spcAft>
                          <a:spcPts val="600"/>
                        </a:spcAft>
                        <a:buFont typeface="Arial" panose="020B0604020202020204" pitchFamily="34" charset="0"/>
                        <a:buChar char="•"/>
                      </a:pPr>
                      <a:r>
                        <a:rPr lang="en-GB" sz="1300"/>
                        <a:t>Admin tables and approval queues remain managed in Dynamics</a:t>
                      </a:r>
                    </a:p>
                    <a:p>
                      <a:pPr marL="285750" indent="-285750">
                        <a:spcAft>
                          <a:spcPts val="600"/>
                        </a:spcAft>
                        <a:buFont typeface="Arial" panose="020B0604020202020204" pitchFamily="34" charset="0"/>
                        <a:buChar char="•"/>
                      </a:pPr>
                      <a:r>
                        <a:rPr lang="en-GB" sz="1300"/>
                        <a:t>Supports modular business logic beyond native CRM limitations</a:t>
                      </a:r>
                    </a:p>
                  </a:txBody>
                  <a:tcPr marL="0" marT="182880">
                    <a:lnL>
                      <a:noFill/>
                    </a:lnL>
                    <a:lnR w="38100" cap="flat" cmpd="sng" algn="ctr">
                      <a:solidFill>
                        <a:schemeClr val="bg1"/>
                      </a:solidFill>
                      <a:prstDash val="solid"/>
                      <a:round/>
                      <a:headEnd type="none" w="med" len="med"/>
                      <a:tailEnd type="none" w="med" len="med"/>
                    </a:lnR>
                    <a:lnT w="9525" cap="flat" cmpd="sng" algn="ctr">
                      <a:noFill/>
                    </a:lnT>
                    <a:lnB w="9525" cap="flat" cmpd="sng" algn="ctr">
                      <a:noFill/>
                    </a:lnB>
                    <a:lnTlToBr w="12700" cmpd="sng">
                      <a:noFill/>
                      <a:prstDash val="solid"/>
                    </a:lnTlToBr>
                    <a:lnBlToTr w="12700" cmpd="sng">
                      <a:noFill/>
                      <a:prstDash val="solid"/>
                    </a:lnBlToTr>
                  </a:tcPr>
                </a:tc>
                <a:tc>
                  <a:txBody>
                    <a:bodyPr/>
                    <a:lstStyle/>
                    <a:p>
                      <a:pPr marL="285750" marR="0" lvl="0" indent="-285750" algn="l" defTabSz="914370" rtl="0" eaLnBrk="1" fontAlgn="auto" latinLnBrk="0" hangingPunct="1">
                        <a:lnSpc>
                          <a:spcPct val="100000"/>
                        </a:lnSpc>
                        <a:spcBef>
                          <a:spcPts val="600"/>
                        </a:spcBef>
                        <a:spcAft>
                          <a:spcPts val="0"/>
                        </a:spcAft>
                        <a:buClr>
                          <a:schemeClr val="accent6"/>
                        </a:buClr>
                        <a:buSzTx/>
                        <a:buFont typeface="Wingdings" panose="05000000000000000000" pitchFamily="2" charset="2"/>
                        <a:buChar char="ü"/>
                        <a:tabLst/>
                        <a:defRPr/>
                      </a:pPr>
                      <a:r>
                        <a:rPr kumimoji="0" lang="en-GB" sz="1300" b="0" i="0" u="none" strike="noStrike" kern="0" cap="none" spc="0" normalizeH="0" baseline="0" noProof="0">
                          <a:ln>
                            <a:noFill/>
                          </a:ln>
                          <a:solidFill>
                            <a:srgbClr val="000000"/>
                          </a:solidFill>
                          <a:effectLst/>
                          <a:uLnTx/>
                          <a:uFillTx/>
                          <a:latin typeface="+mn-lt"/>
                          <a:ea typeface="+mn-ea"/>
                          <a:cs typeface="+mn-cs"/>
                        </a:rPr>
                        <a:t>Enables the required user experience and interaction flexibility</a:t>
                      </a:r>
                    </a:p>
                    <a:p>
                      <a:pPr marL="285750" marR="0" lvl="0" indent="-285750" algn="l" defTabSz="914370" rtl="0" eaLnBrk="1" fontAlgn="auto" latinLnBrk="0" hangingPunct="1">
                        <a:lnSpc>
                          <a:spcPct val="100000"/>
                        </a:lnSpc>
                        <a:spcBef>
                          <a:spcPts val="600"/>
                        </a:spcBef>
                        <a:spcAft>
                          <a:spcPts val="0"/>
                        </a:spcAft>
                        <a:buClr>
                          <a:schemeClr val="accent6"/>
                        </a:buClr>
                        <a:buSzTx/>
                        <a:buFont typeface="Wingdings" panose="05000000000000000000" pitchFamily="2" charset="2"/>
                        <a:buChar char="ü"/>
                        <a:tabLst/>
                        <a:defRPr/>
                      </a:pPr>
                      <a:r>
                        <a:rPr kumimoji="0" lang="en-GB" sz="1300" b="0" i="0" u="none" strike="noStrike" kern="0" cap="none" spc="0" normalizeH="0" baseline="0" noProof="0">
                          <a:ln>
                            <a:noFill/>
                          </a:ln>
                          <a:solidFill>
                            <a:srgbClr val="000000"/>
                          </a:solidFill>
                          <a:effectLst/>
                          <a:uLnTx/>
                          <a:uFillTx/>
                          <a:latin typeface="+mn-lt"/>
                          <a:ea typeface="+mn-ea"/>
                          <a:cs typeface="+mn-cs"/>
                        </a:rPr>
                        <a:t>Supports real-time pricing logic and modular backend services</a:t>
                      </a:r>
                    </a:p>
                    <a:p>
                      <a:pPr marL="285750" marR="0" lvl="0" indent="-285750" algn="l" defTabSz="914370" rtl="0" eaLnBrk="1" fontAlgn="auto" latinLnBrk="0" hangingPunct="1">
                        <a:lnSpc>
                          <a:spcPct val="100000"/>
                        </a:lnSpc>
                        <a:spcBef>
                          <a:spcPts val="600"/>
                        </a:spcBef>
                        <a:spcAft>
                          <a:spcPts val="0"/>
                        </a:spcAft>
                        <a:buClr>
                          <a:schemeClr val="accent6"/>
                        </a:buClr>
                        <a:buSzTx/>
                        <a:buFont typeface="Wingdings" panose="05000000000000000000" pitchFamily="2" charset="2"/>
                        <a:buChar char="ü"/>
                        <a:tabLst/>
                        <a:defRPr/>
                      </a:pPr>
                      <a:r>
                        <a:rPr kumimoji="0" lang="en-GB" sz="1300" b="0" i="0" u="none" strike="noStrike" kern="0" cap="none" spc="0" normalizeH="0" baseline="0" noProof="0">
                          <a:ln>
                            <a:noFill/>
                          </a:ln>
                          <a:solidFill>
                            <a:srgbClr val="000000"/>
                          </a:solidFill>
                          <a:effectLst/>
                          <a:uLnTx/>
                          <a:uFillTx/>
                          <a:latin typeface="+mn-lt"/>
                          <a:ea typeface="+mn-ea"/>
                          <a:cs typeface="+mn-cs"/>
                        </a:rPr>
                        <a:t>Allows richer workflows and visualizations than native Dynamics</a:t>
                      </a:r>
                    </a:p>
                    <a:p>
                      <a:pPr marL="285750" marR="0" lvl="0" indent="-285750" algn="l" defTabSz="914370" rtl="0" eaLnBrk="1" fontAlgn="auto" latinLnBrk="0" hangingPunct="1">
                        <a:lnSpc>
                          <a:spcPct val="100000"/>
                        </a:lnSpc>
                        <a:spcBef>
                          <a:spcPts val="600"/>
                        </a:spcBef>
                        <a:spcAft>
                          <a:spcPts val="0"/>
                        </a:spcAft>
                        <a:buClr>
                          <a:schemeClr val="accent6"/>
                        </a:buClr>
                        <a:buSzTx/>
                        <a:buFont typeface="Wingdings" panose="05000000000000000000" pitchFamily="2" charset="2"/>
                        <a:buChar char="ü"/>
                        <a:tabLst/>
                        <a:defRPr/>
                      </a:pPr>
                      <a:r>
                        <a:rPr kumimoji="0" lang="en-GB" sz="1300" b="0" i="0" u="none" strike="noStrike" kern="0" cap="none" spc="0" normalizeH="0" baseline="0" noProof="0">
                          <a:ln>
                            <a:noFill/>
                          </a:ln>
                          <a:solidFill>
                            <a:srgbClr val="000000"/>
                          </a:solidFill>
                          <a:effectLst/>
                          <a:uLnTx/>
                          <a:uFillTx/>
                          <a:latin typeface="+mn-lt"/>
                          <a:ea typeface="+mn-ea"/>
                          <a:cs typeface="+mn-cs"/>
                        </a:rPr>
                        <a:t>Provides the strongest platform for long-term pricing capability build-out</a:t>
                      </a:r>
                    </a:p>
                  </a:txBody>
                  <a:tcPr marT="182880">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9525" cap="flat" cmpd="sng" algn="ctr">
                      <a:noFill/>
                    </a:lnT>
                    <a:lnB w="9525" cap="flat" cmpd="sng" algn="ctr">
                      <a:noFill/>
                    </a:lnB>
                    <a:lnTlToBr w="12700" cmpd="sng">
                      <a:noFill/>
                      <a:prstDash val="solid"/>
                    </a:lnTlToBr>
                    <a:lnBlToTr w="12700" cmpd="sng">
                      <a:noFill/>
                      <a:prstDash val="solid"/>
                    </a:lnBlToTr>
                  </a:tcPr>
                </a:tc>
                <a:tc>
                  <a:txBody>
                    <a:bodyPr/>
                    <a:lstStyle/>
                    <a:p>
                      <a:pPr marL="0" marR="0" lvl="0" indent="0" algn="l" defTabSz="91437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GB" sz="1300" b="1" i="0" u="none" strike="noStrike" kern="0" cap="none" spc="0" normalizeH="0" baseline="0" noProof="0">
                          <a:ln>
                            <a:noFill/>
                          </a:ln>
                          <a:solidFill>
                            <a:srgbClr val="000000"/>
                          </a:solidFill>
                          <a:effectLst/>
                          <a:uLnTx/>
                          <a:uFillTx/>
                          <a:latin typeface="+mn-lt"/>
                          <a:ea typeface="+mn-ea"/>
                          <a:cs typeface="+mn-cs"/>
                        </a:rPr>
                        <a:t>Team / skills</a:t>
                      </a:r>
                    </a:p>
                    <a:p>
                      <a:pPr marL="179994" marR="0" lvl="0" indent="-179994" algn="l" defTabSz="91437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GB" sz="1300" b="0" i="0" u="none" strike="noStrike" kern="0" cap="none" spc="0" normalizeH="0" baseline="0" noProof="0">
                          <a:ln>
                            <a:noFill/>
                          </a:ln>
                          <a:solidFill>
                            <a:srgbClr val="000000"/>
                          </a:solidFill>
                          <a:effectLst/>
                          <a:uLnTx/>
                          <a:uFillTx/>
                          <a:latin typeface="+mn-lt"/>
                          <a:ea typeface="+mn-ea"/>
                          <a:cs typeface="+mn-cs"/>
                        </a:rPr>
                        <a:t>Front-end + full-stack development capability</a:t>
                      </a:r>
                    </a:p>
                    <a:p>
                      <a:pPr marL="179994" marR="0" lvl="0" indent="-179994" algn="l" defTabSz="91437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GB" sz="1300" b="0" i="0" u="none" strike="noStrike" kern="0" cap="none" spc="0" normalizeH="0" baseline="0" noProof="0">
                          <a:ln>
                            <a:noFill/>
                          </a:ln>
                          <a:solidFill>
                            <a:srgbClr val="000000"/>
                          </a:solidFill>
                          <a:effectLst/>
                          <a:uLnTx/>
                          <a:uFillTx/>
                          <a:latin typeface="+mn-lt"/>
                          <a:ea typeface="+mn-ea"/>
                          <a:cs typeface="+mn-cs"/>
                        </a:rPr>
                        <a:t>React frontend, backend/API development, Dynamics integration</a:t>
                      </a:r>
                    </a:p>
                    <a:p>
                      <a:pPr marL="179994" marR="0" lvl="0" indent="-179994" algn="l" defTabSz="91437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GB" sz="1300" b="0" i="0" u="none" strike="noStrike" kern="0" cap="none" spc="0" normalizeH="0" baseline="0" noProof="0">
                          <a:ln>
                            <a:noFill/>
                          </a:ln>
                          <a:solidFill>
                            <a:srgbClr val="000000"/>
                          </a:solidFill>
                          <a:effectLst/>
                          <a:uLnTx/>
                          <a:uFillTx/>
                          <a:latin typeface="+mn-lt"/>
                          <a:ea typeface="+mn-ea"/>
                          <a:cs typeface="+mn-cs"/>
                        </a:rPr>
                        <a:t>DevOps / app support capability needed for deployment and maintenance</a:t>
                      </a:r>
                    </a:p>
                    <a:p>
                      <a:pPr marL="0" marR="0" lvl="0" indent="0" algn="l" defTabSz="91437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GB" sz="1300" b="1" i="0" u="none" strike="noStrike" kern="0" cap="none" spc="0" normalizeH="0" baseline="0" noProof="0">
                          <a:ln>
                            <a:noFill/>
                          </a:ln>
                          <a:solidFill>
                            <a:srgbClr val="000000"/>
                          </a:solidFill>
                          <a:effectLst/>
                          <a:uLnTx/>
                          <a:uFillTx/>
                          <a:latin typeface="+mn-lt"/>
                          <a:ea typeface="+mn-ea"/>
                          <a:cs typeface="+mn-cs"/>
                        </a:rPr>
                        <a:t>Indicative sustainment</a:t>
                      </a:r>
                    </a:p>
                    <a:p>
                      <a:pPr marL="179994" marR="0" lvl="0" indent="-179994" algn="l" defTabSz="91437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GB" sz="1300" b="0" i="0" u="none" strike="noStrike" kern="0" cap="none" spc="0" normalizeH="0" baseline="0" noProof="0">
                          <a:ln>
                            <a:noFill/>
                          </a:ln>
                          <a:solidFill>
                            <a:srgbClr val="000000"/>
                          </a:solidFill>
                          <a:effectLst/>
                          <a:uLnTx/>
                          <a:uFillTx/>
                          <a:latin typeface="+mn-lt"/>
                          <a:ea typeface="+mn-ea"/>
                          <a:cs typeface="+mn-cs"/>
                        </a:rPr>
                        <a:t>Back-end data engineering / analytics: 1.0 FTE</a:t>
                      </a:r>
                    </a:p>
                    <a:p>
                      <a:pPr marL="179994" marR="0" lvl="0" indent="-179994" algn="l" defTabSz="91437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GB" sz="1300" b="0" i="0" u="none" strike="noStrike" kern="0" cap="none" spc="0" normalizeH="0" baseline="0" noProof="0">
                          <a:ln>
                            <a:noFill/>
                          </a:ln>
                          <a:solidFill>
                            <a:srgbClr val="000000"/>
                          </a:solidFill>
                          <a:effectLst/>
                          <a:uLnTx/>
                          <a:uFillTx/>
                          <a:latin typeface="+mn-lt"/>
                          <a:ea typeface="+mn-ea"/>
                          <a:cs typeface="+mn-cs"/>
                        </a:rPr>
                        <a:t>Front-end sustainment: 1.0 FTE</a:t>
                      </a:r>
                    </a:p>
                    <a:p>
                      <a:pPr marL="179994" marR="0" lvl="0" indent="-179994" algn="l" defTabSz="91437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GB" sz="1300" b="0" i="0" u="none" strike="noStrike" kern="0" cap="none" spc="0" normalizeH="0" baseline="0" noProof="0">
                          <a:ln>
                            <a:noFill/>
                          </a:ln>
                          <a:solidFill>
                            <a:srgbClr val="000000"/>
                          </a:solidFill>
                          <a:effectLst/>
                          <a:uLnTx/>
                          <a:uFillTx/>
                          <a:latin typeface="+mn-lt"/>
                          <a:ea typeface="+mn-ea"/>
                          <a:cs typeface="+mn-cs"/>
                        </a:rPr>
                        <a:t>Azure / compute cost: ~$20-40K incremental</a:t>
                      </a:r>
                    </a:p>
                  </a:txBody>
                  <a:tcPr marT="182880">
                    <a:lnL w="38100" cap="flat" cmpd="sng" algn="ctr">
                      <a:solidFill>
                        <a:schemeClr val="bg1"/>
                      </a:solidFill>
                      <a:prstDash val="solid"/>
                      <a:round/>
                      <a:headEnd type="none" w="med" len="med"/>
                      <a:tailEnd type="none" w="med" len="med"/>
                    </a:lnL>
                    <a:lnR>
                      <a:noFill/>
                    </a:lnR>
                    <a:lnT w="9525" cap="flat" cmpd="sng" algn="ctr">
                      <a:noFill/>
                    </a:lnT>
                    <a:lnB w="9525" cap="flat" cmpd="sng" algn="ctr">
                      <a:noFill/>
                    </a:lnB>
                    <a:lnTlToBr w="12700" cmpd="sng">
                      <a:noFill/>
                      <a:prstDash val="solid"/>
                    </a:lnTlToBr>
                    <a:lnBlToTr w="12700" cmpd="sng">
                      <a:noFill/>
                      <a:prstDash val="solid"/>
                    </a:lnBlToTr>
                    <a:noFill/>
                  </a:tcPr>
                </a:tc>
                <a:extLst>
                  <a:ext uri="{0D108BD9-81ED-4DB2-BD59-A6C34878D82A}">
                    <a16:rowId xmlns:a16="http://schemas.microsoft.com/office/drawing/2014/main" val="3261545819"/>
                  </a:ext>
                </a:extLst>
              </a:tr>
            </a:tbl>
          </a:graphicData>
        </a:graphic>
      </p:graphicFrame>
      <p:pic>
        <p:nvPicPr>
          <p:cNvPr id="10" name="ico-multiple-11">
            <a:extLst>
              <a:ext uri="{FF2B5EF4-FFF2-40B4-BE49-F238E27FC236}">
                <a16:creationId xmlns:a16="http://schemas.microsoft.com/office/drawing/2014/main" id="{22CD49E0-3FC2-4870-86CD-27FE21D5A71B}"/>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8074085" y="1078226"/>
            <a:ext cx="685800" cy="685800"/>
          </a:xfrm>
          <a:prstGeom prst="rect">
            <a:avLst/>
          </a:prstGeom>
        </p:spPr>
      </p:pic>
      <p:sp>
        <p:nvSpPr>
          <p:cNvPr id="15" name="Title 1">
            <a:extLst>
              <a:ext uri="{FF2B5EF4-FFF2-40B4-BE49-F238E27FC236}">
                <a16:creationId xmlns:a16="http://schemas.microsoft.com/office/drawing/2014/main" id="{EB15A99E-FBBC-F02E-8552-2C73F28B2F9F}"/>
              </a:ext>
            </a:extLst>
          </p:cNvPr>
          <p:cNvSpPr>
            <a:spLocks noGrp="1"/>
          </p:cNvSpPr>
          <p:nvPr>
            <p:ph type="title"/>
          </p:nvPr>
        </p:nvSpPr>
        <p:spPr>
          <a:xfrm>
            <a:off x="457200" y="384048"/>
            <a:ext cx="11277600" cy="758952"/>
          </a:xfrm>
        </p:spPr>
        <p:txBody>
          <a:bodyPr vert="horz"/>
          <a:lstStyle/>
          <a:p>
            <a:r>
              <a:rPr lang="en-GB">
                <a:solidFill>
                  <a:schemeClr val="accent2"/>
                </a:solidFill>
              </a:rPr>
              <a:t>PRICEADVISOR</a:t>
            </a:r>
            <a:r>
              <a:rPr lang="en-GB"/>
              <a:t> WILL BE BUILT AS A CUSTOM REACT APPLICATION EMBEDDED IN DYNAMICS</a:t>
            </a:r>
            <a:br>
              <a:rPr lang="en-GB"/>
            </a:br>
            <a:r>
              <a:rPr lang="en-GB" sz="1200" b="0" cap="none">
                <a:latin typeface="+mn-lt"/>
              </a:rPr>
              <a:t>This approach best supports the required user experience, real-time pricing logic, and long-term extensibility, with higher but manageable delivery and sustainment effort</a:t>
            </a:r>
            <a:endParaRPr lang="en-GB" sz="1200" b="0">
              <a:latin typeface="+mn-lt"/>
            </a:endParaRPr>
          </a:p>
        </p:txBody>
      </p:sp>
      <p:sp>
        <p:nvSpPr>
          <p:cNvPr id="16" name="Oval 15">
            <a:extLst>
              <a:ext uri="{FF2B5EF4-FFF2-40B4-BE49-F238E27FC236}">
                <a16:creationId xmlns:a16="http://schemas.microsoft.com/office/drawing/2014/main" id="{291C035C-11B0-D3D2-51E5-96D0C7FC6658}"/>
              </a:ext>
            </a:extLst>
          </p:cNvPr>
          <p:cNvSpPr/>
          <p:nvPr/>
        </p:nvSpPr>
        <p:spPr>
          <a:xfrm>
            <a:off x="41563" y="359109"/>
            <a:ext cx="339159" cy="339159"/>
          </a:xfrm>
          <a:prstGeom prst="ellipse">
            <a:avLst/>
          </a:prstGeom>
          <a:solidFill>
            <a:schemeClr val="accent2"/>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a:ln>
                  <a:noFill/>
                </a:ln>
                <a:solidFill>
                  <a:srgbClr val="FFFFFF"/>
                </a:solidFill>
                <a:effectLst/>
                <a:uLnTx/>
                <a:uFillTx/>
                <a:latin typeface="Calibri"/>
                <a:ea typeface="+mn-ea"/>
                <a:cs typeface="+mn-cs"/>
              </a:rPr>
              <a:t>5B</a:t>
            </a:r>
          </a:p>
        </p:txBody>
      </p:sp>
      <p:pic>
        <p:nvPicPr>
          <p:cNvPr id="18" name="ico-app-services">
            <a:extLst>
              <a:ext uri="{FF2B5EF4-FFF2-40B4-BE49-F238E27FC236}">
                <a16:creationId xmlns:a16="http://schemas.microsoft.com/office/drawing/2014/main" id="{D4B57A18-FB43-0A1F-24DC-35112AA5B22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99533" y="1126070"/>
            <a:ext cx="698500" cy="698500"/>
          </a:xfrm>
          <a:prstGeom prst="rect">
            <a:avLst/>
          </a:prstGeom>
        </p:spPr>
      </p:pic>
      <p:pic>
        <p:nvPicPr>
          <p:cNvPr id="19" name="ico-add-like">
            <a:extLst>
              <a:ext uri="{FF2B5EF4-FFF2-40B4-BE49-F238E27FC236}">
                <a16:creationId xmlns:a16="http://schemas.microsoft.com/office/drawing/2014/main" id="{330B6A70-7D54-0DE7-44E5-B811CA78B89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148667" y="1028703"/>
            <a:ext cx="800100" cy="800100"/>
          </a:xfrm>
          <a:prstGeom prst="rect">
            <a:avLst/>
          </a:prstGeom>
        </p:spPr>
      </p:pic>
      <p:sp>
        <p:nvSpPr>
          <p:cNvPr id="27" name="Rectangle 26">
            <a:extLst>
              <a:ext uri="{FF2B5EF4-FFF2-40B4-BE49-F238E27FC236}">
                <a16:creationId xmlns:a16="http://schemas.microsoft.com/office/drawing/2014/main" id="{E070B117-2339-76CA-5824-CDA9C3F9193D}"/>
              </a:ext>
            </a:extLst>
          </p:cNvPr>
          <p:cNvSpPr/>
          <p:nvPr/>
        </p:nvSpPr>
        <p:spPr>
          <a:xfrm>
            <a:off x="457200" y="5207000"/>
            <a:ext cx="11277600" cy="1193800"/>
          </a:xfrm>
          <a:prstGeom prst="rect">
            <a:avLst/>
          </a:prstGeom>
          <a:solidFill>
            <a:srgbClr val="66CCFF">
              <a:alpha val="14902"/>
            </a:srgbClr>
          </a:solidFill>
          <a:ln w="9525">
            <a:solidFill>
              <a:schemeClr val="accent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srgbClr val="000000"/>
              </a:solidFill>
              <a:effectLst/>
              <a:uLnTx/>
              <a:uFillTx/>
              <a:latin typeface="Calibri"/>
              <a:ea typeface="+mn-ea"/>
              <a:cs typeface="+mn-cs"/>
            </a:endParaRPr>
          </a:p>
        </p:txBody>
      </p:sp>
      <p:sp>
        <p:nvSpPr>
          <p:cNvPr id="26" name="TextBox 25">
            <a:extLst>
              <a:ext uri="{FF2B5EF4-FFF2-40B4-BE49-F238E27FC236}">
                <a16:creationId xmlns:a16="http://schemas.microsoft.com/office/drawing/2014/main" id="{04157F89-BF38-D49C-2310-B1C22755EF8D}"/>
              </a:ext>
            </a:extLst>
          </p:cNvPr>
          <p:cNvSpPr txBox="1"/>
          <p:nvPr/>
        </p:nvSpPr>
        <p:spPr>
          <a:xfrm>
            <a:off x="664633" y="5313982"/>
            <a:ext cx="3450167"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0" cap="none" spc="0" normalizeH="0" baseline="0" noProof="0">
                <a:ln>
                  <a:noFill/>
                </a:ln>
                <a:solidFill>
                  <a:srgbClr val="009DE0"/>
                </a:solidFill>
                <a:effectLst/>
                <a:uLnTx/>
                <a:uFillTx/>
                <a:latin typeface="MMC Display Condensed"/>
                <a:ea typeface="+mn-ea"/>
                <a:cs typeface="+mn-cs"/>
              </a:rPr>
              <a:t>Key Functionalities Supported</a:t>
            </a:r>
          </a:p>
        </p:txBody>
      </p:sp>
      <p:sp>
        <p:nvSpPr>
          <p:cNvPr id="21" name="TextBox 20">
            <a:extLst>
              <a:ext uri="{FF2B5EF4-FFF2-40B4-BE49-F238E27FC236}">
                <a16:creationId xmlns:a16="http://schemas.microsoft.com/office/drawing/2014/main" id="{240D2C4A-7609-09DC-AFB8-B8AA1B9EE4D9}"/>
              </a:ext>
            </a:extLst>
          </p:cNvPr>
          <p:cNvSpPr txBox="1"/>
          <p:nvPr/>
        </p:nvSpPr>
        <p:spPr>
          <a:xfrm>
            <a:off x="664633" y="5636407"/>
            <a:ext cx="1913467" cy="67710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srgbClr val="002C77"/>
                </a:solidFill>
                <a:effectLst/>
                <a:uLnTx/>
                <a:uFillTx/>
                <a:latin typeface="Calibri"/>
                <a:ea typeface="+mn-ea"/>
                <a:cs typeface="+mn-cs"/>
              </a:rPr>
              <a:t>Real-time Pricing Guidance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a:ln>
                  <a:noFill/>
                </a:ln>
                <a:solidFill>
                  <a:srgbClr val="000000"/>
                </a:solidFill>
                <a:effectLst/>
                <a:uLnTx/>
                <a:uFillTx/>
                <a:latin typeface="Calibri"/>
                <a:ea typeface="+mn-ea"/>
                <a:cs typeface="+mn-cs"/>
              </a:rPr>
              <a:t>Live recalculation of peer comparison guidance as prices are adjusted</a:t>
            </a:r>
          </a:p>
        </p:txBody>
      </p:sp>
      <p:sp>
        <p:nvSpPr>
          <p:cNvPr id="22" name="TextBox 21">
            <a:extLst>
              <a:ext uri="{FF2B5EF4-FFF2-40B4-BE49-F238E27FC236}">
                <a16:creationId xmlns:a16="http://schemas.microsoft.com/office/drawing/2014/main" id="{CC27EE39-51D2-6330-FBE4-B99D2FA335EF}"/>
              </a:ext>
            </a:extLst>
          </p:cNvPr>
          <p:cNvSpPr txBox="1"/>
          <p:nvPr/>
        </p:nvSpPr>
        <p:spPr>
          <a:xfrm>
            <a:off x="3337986" y="5607654"/>
            <a:ext cx="2057399" cy="67710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srgbClr val="002C77"/>
                </a:solidFill>
                <a:effectLst/>
                <a:uLnTx/>
                <a:uFillTx/>
                <a:latin typeface="Calibri"/>
                <a:ea typeface="+mn-ea"/>
                <a:cs typeface="+mn-cs"/>
              </a:rPr>
              <a:t>Dynamic Deal Score Recalculation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a:ln>
                  <a:noFill/>
                </a:ln>
                <a:solidFill>
                  <a:srgbClr val="000000"/>
                </a:solidFill>
                <a:effectLst/>
                <a:uLnTx/>
                <a:uFillTx/>
                <a:latin typeface="Calibri"/>
                <a:ea typeface="+mn-ea"/>
                <a:cs typeface="+mn-cs"/>
              </a:rPr>
              <a:t>Backend services support responsive scoring logic with fewer native CRM constraints</a:t>
            </a:r>
          </a:p>
        </p:txBody>
      </p:sp>
      <p:sp>
        <p:nvSpPr>
          <p:cNvPr id="23" name="TextBox 22">
            <a:extLst>
              <a:ext uri="{FF2B5EF4-FFF2-40B4-BE49-F238E27FC236}">
                <a16:creationId xmlns:a16="http://schemas.microsoft.com/office/drawing/2014/main" id="{5818B2E7-D9CE-6B38-82E8-0131FD95C77F}"/>
              </a:ext>
            </a:extLst>
          </p:cNvPr>
          <p:cNvSpPr txBox="1"/>
          <p:nvPr/>
        </p:nvSpPr>
        <p:spPr>
          <a:xfrm>
            <a:off x="6306611" y="5640866"/>
            <a:ext cx="2057399" cy="67710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srgbClr val="002C77"/>
                </a:solidFill>
                <a:effectLst/>
                <a:uLnTx/>
                <a:uFillTx/>
                <a:latin typeface="Calibri"/>
                <a:ea typeface="+mn-ea"/>
                <a:cs typeface="+mn-cs"/>
              </a:rPr>
              <a:t>Advanced Visualizations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a:ln>
                  <a:noFill/>
                </a:ln>
                <a:solidFill>
                  <a:srgbClr val="000000"/>
                </a:solidFill>
                <a:effectLst/>
                <a:uLnTx/>
                <a:uFillTx/>
                <a:latin typeface="Calibri"/>
                <a:ea typeface="+mn-ea"/>
                <a:cs typeface="+mn-cs"/>
              </a:rPr>
              <a:t>Rich UI and charting support beyond standard Dynamics components</a:t>
            </a:r>
          </a:p>
        </p:txBody>
      </p:sp>
      <p:sp>
        <p:nvSpPr>
          <p:cNvPr id="24" name="TextBox 23">
            <a:extLst>
              <a:ext uri="{FF2B5EF4-FFF2-40B4-BE49-F238E27FC236}">
                <a16:creationId xmlns:a16="http://schemas.microsoft.com/office/drawing/2014/main" id="{A970D005-8DD7-3991-0E25-4DE6F744D4A9}"/>
              </a:ext>
            </a:extLst>
          </p:cNvPr>
          <p:cNvSpPr txBox="1"/>
          <p:nvPr/>
        </p:nvSpPr>
        <p:spPr>
          <a:xfrm>
            <a:off x="8881004" y="5636407"/>
            <a:ext cx="2108200" cy="50783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srgbClr val="002C77"/>
                </a:solidFill>
                <a:effectLst/>
                <a:uLnTx/>
                <a:uFillTx/>
                <a:latin typeface="Calibri"/>
                <a:ea typeface="+mn-ea"/>
                <a:cs typeface="+mn-cs"/>
              </a:rPr>
              <a:t>Modular Margin / Pricing Services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a:ln>
                  <a:noFill/>
                </a:ln>
                <a:solidFill>
                  <a:srgbClr val="000000"/>
                </a:solidFill>
                <a:effectLst/>
                <a:uLnTx/>
                <a:uFillTx/>
                <a:latin typeface="Calibri"/>
                <a:ea typeface="+mn-ea"/>
                <a:cs typeface="+mn-cs"/>
              </a:rPr>
              <a:t>Margin, scoring, and comparison logic can be reused across workflows</a:t>
            </a:r>
          </a:p>
        </p:txBody>
      </p:sp>
      <p:pic>
        <p:nvPicPr>
          <p:cNvPr id="29" name="ico-revenue">
            <a:extLst>
              <a:ext uri="{FF2B5EF4-FFF2-40B4-BE49-F238E27FC236}">
                <a16:creationId xmlns:a16="http://schemas.microsoft.com/office/drawing/2014/main" id="{E59ECF2C-4820-9C8C-5160-1D77914AB4E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556933" y="5691490"/>
            <a:ext cx="457200" cy="457200"/>
          </a:xfrm>
          <a:prstGeom prst="rect">
            <a:avLst/>
          </a:prstGeom>
        </p:spPr>
      </p:pic>
      <p:pic>
        <p:nvPicPr>
          <p:cNvPr id="30" name="ico-power-level">
            <a:extLst>
              <a:ext uri="{FF2B5EF4-FFF2-40B4-BE49-F238E27FC236}">
                <a16:creationId xmlns:a16="http://schemas.microsoft.com/office/drawing/2014/main" id="{137412A4-089A-6F2F-5FD2-B6C8B5C50C9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570013" y="5691490"/>
            <a:ext cx="457200" cy="457200"/>
          </a:xfrm>
          <a:prstGeom prst="rect">
            <a:avLst/>
          </a:prstGeom>
        </p:spPr>
      </p:pic>
      <p:pic>
        <p:nvPicPr>
          <p:cNvPr id="31" name="ico-statistics">
            <a:extLst>
              <a:ext uri="{FF2B5EF4-FFF2-40B4-BE49-F238E27FC236}">
                <a16:creationId xmlns:a16="http://schemas.microsoft.com/office/drawing/2014/main" id="{2E8160DC-15FB-C7DA-3254-347E921317B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135410" y="5636407"/>
            <a:ext cx="457200" cy="457200"/>
          </a:xfrm>
          <a:prstGeom prst="rect">
            <a:avLst/>
          </a:prstGeom>
        </p:spPr>
      </p:pic>
      <p:pic>
        <p:nvPicPr>
          <p:cNvPr id="32" name="ico-puzzle-10">
            <a:extLst>
              <a:ext uri="{FF2B5EF4-FFF2-40B4-BE49-F238E27FC236}">
                <a16:creationId xmlns:a16="http://schemas.microsoft.com/office/drawing/2014/main" id="{B5A5A9B6-0662-AC8A-D5FD-3126619B056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1070167" y="5607654"/>
            <a:ext cx="457200" cy="457200"/>
          </a:xfrm>
          <a:prstGeom prst="rect">
            <a:avLst/>
          </a:prstGeom>
        </p:spPr>
      </p:pic>
      <p:sp>
        <p:nvSpPr>
          <p:cNvPr id="3" name="StickyNote">
            <a:extLst>
              <a:ext uri="{FF2B5EF4-FFF2-40B4-BE49-F238E27FC236}">
                <a16:creationId xmlns:a16="http://schemas.microsoft.com/office/drawing/2014/main" id="{1F20C1D0-76C4-42CA-69AF-BC4F246BDBC2}"/>
              </a:ext>
            </a:extLst>
          </p:cNvPr>
          <p:cNvSpPr/>
          <p:nvPr>
            <p:custDataLst>
              <p:tags r:id="rId2"/>
            </p:custDataLst>
          </p:nvPr>
        </p:nvSpPr>
        <p:spPr>
          <a:xfrm>
            <a:off x="12337338" y="17830"/>
            <a:ext cx="1920240" cy="1039481"/>
          </a:xfrm>
          <a:prstGeom prst="foldedCorner">
            <a:avLst/>
          </a:prstGeom>
          <a:solidFill>
            <a:srgbClr val="CAE8FF"/>
          </a:solidFill>
          <a:ln w="9525">
            <a:solidFill>
              <a:srgbClr val="0078D7"/>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700" b="0" i="0" u="none" strike="noStrike" kern="0" cap="none" spc="0" normalizeH="0" baseline="0" noProof="0">
                <a:ln>
                  <a:noFill/>
                </a:ln>
                <a:solidFill>
                  <a:srgbClr val="000000"/>
                </a:solidFill>
                <a:effectLst/>
                <a:uLnTx/>
                <a:uFillTx/>
                <a:latin typeface="Calibri"/>
                <a:ea typeface="+mn-ea"/>
                <a:cs typeface="+mn-cs"/>
              </a:rPr>
              <a:t>2026-04-15 09:50 (-4)
</a:t>
            </a:r>
            <a:r>
              <a:rPr kumimoji="0" lang="en-GB" sz="1000" b="1" i="0" u="none" strike="noStrike" kern="0" cap="none" spc="0" normalizeH="0" baseline="0" noProof="0">
                <a:ln>
                  <a:noFill/>
                </a:ln>
                <a:solidFill>
                  <a:srgbClr val="000000"/>
                </a:solidFill>
                <a:effectLst/>
                <a:uLnTx/>
                <a:uFillTx/>
                <a:latin typeface="Calibri"/>
                <a:ea typeface="+mn-ea"/>
                <a:cs typeface="+mn-cs"/>
              </a:rPr>
              <a:t>HW: </a:t>
            </a:r>
            <a:r>
              <a:rPr kumimoji="0" lang="en-GB" sz="1000" b="0" i="0" u="none" strike="noStrike" kern="0" cap="none" spc="0" normalizeH="0" baseline="0" noProof="0">
                <a:ln>
                  <a:noFill/>
                </a:ln>
                <a:solidFill>
                  <a:srgbClr val="000000"/>
                </a:solidFill>
                <a:effectLst/>
                <a:uLnTx/>
                <a:uFillTx/>
                <a:latin typeface="Calibri"/>
                <a:ea typeface="+mn-ea"/>
                <a:cs typeface="+mn-cs"/>
              </a:rPr>
              <a:t>I consolidated the information from the “A-B-C options” pages to here (but only for the customer web app (C)</a:t>
            </a:r>
          </a:p>
        </p:txBody>
      </p:sp>
    </p:spTree>
    <p:extLst>
      <p:ext uri="{BB962C8B-B14F-4D97-AF65-F5344CB8AC3E}">
        <p14:creationId xmlns:p14="http://schemas.microsoft.com/office/powerpoint/2010/main" val="40117029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8D765782-595F-B771-C99A-1582843AD94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6" name="think-cell data - do not delete" hidden="1">
                        <a:extLst>
                          <a:ext uri="{FF2B5EF4-FFF2-40B4-BE49-F238E27FC236}">
                            <a16:creationId xmlns:a16="http://schemas.microsoft.com/office/drawing/2014/main" id="{8D765782-595F-B771-C99A-1582843AD94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12D1F8F-139B-490E-36E9-D551E8AC36C2}"/>
              </a:ext>
            </a:extLst>
          </p:cNvPr>
          <p:cNvSpPr>
            <a:spLocks noGrp="1"/>
          </p:cNvSpPr>
          <p:nvPr>
            <p:ph type="title"/>
          </p:nvPr>
        </p:nvSpPr>
        <p:spPr/>
        <p:txBody>
          <a:bodyPr vert="horz"/>
          <a:lstStyle/>
          <a:p>
            <a:r>
              <a:rPr lang="en-GB" dirty="0">
                <a:solidFill>
                  <a:schemeClr val="accent2"/>
                </a:solidFill>
              </a:rPr>
              <a:t>TARGET STATE ARCHITECTURE</a:t>
            </a:r>
            <a:r>
              <a:rPr lang="en-GB" dirty="0"/>
              <a:t> FOR PRICEADVISOR</a:t>
            </a:r>
            <a:br>
              <a:rPr lang="en-GB" dirty="0"/>
            </a:br>
            <a:r>
              <a:rPr lang="en-GB" sz="1400" b="0" cap="none" dirty="0" err="1">
                <a:latin typeface="+mn-lt"/>
              </a:rPr>
              <a:t>PriceAdvisor</a:t>
            </a:r>
            <a:r>
              <a:rPr lang="en-GB" sz="1400" b="0" cap="none" dirty="0">
                <a:latin typeface="+mn-lt"/>
              </a:rPr>
              <a:t> sits natively within CRM, with Dataverse and Microsoft Fabric supporting transaction data, analytics, and secure in-workflow access</a:t>
            </a:r>
            <a:endParaRPr lang="en-GB" b="0" dirty="0">
              <a:latin typeface="+mn-lt"/>
            </a:endParaRPr>
          </a:p>
        </p:txBody>
      </p:sp>
      <p:sp>
        <p:nvSpPr>
          <p:cNvPr id="11" name="Content Placeholder 10">
            <a:extLst>
              <a:ext uri="{FF2B5EF4-FFF2-40B4-BE49-F238E27FC236}">
                <a16:creationId xmlns:a16="http://schemas.microsoft.com/office/drawing/2014/main" id="{6BBD413A-0AA0-08F3-319B-F5674C2201B5}"/>
              </a:ext>
            </a:extLst>
          </p:cNvPr>
          <p:cNvSpPr>
            <a:spLocks noGrp="1"/>
          </p:cNvSpPr>
          <p:nvPr>
            <p:ph sz="quarter" idx="12"/>
          </p:nvPr>
        </p:nvSpPr>
        <p:spPr>
          <a:xfrm>
            <a:off x="8280400" y="1286935"/>
            <a:ext cx="3454400" cy="5003800"/>
          </a:xfrm>
        </p:spPr>
        <p:txBody>
          <a:bodyPr/>
          <a:lstStyle/>
          <a:p>
            <a:pPr>
              <a:spcAft>
                <a:spcPts val="1200"/>
              </a:spcAft>
            </a:pPr>
            <a:r>
              <a:rPr lang="en-GB" b="1"/>
              <a:t>PriceAdvisor sits inside CRM</a:t>
            </a:r>
            <a:r>
              <a:rPr lang="en-GB"/>
              <a:t>, where sales teams already work, which keeps pricing guidance embedded in the quoting process rather than creating a separate tool or offline workflow</a:t>
            </a:r>
          </a:p>
          <a:p>
            <a:pPr>
              <a:spcAft>
                <a:spcPts val="1200"/>
              </a:spcAft>
            </a:pPr>
            <a:r>
              <a:rPr lang="en-GB" b="1"/>
              <a:t>CRM Dataverse </a:t>
            </a:r>
            <a:r>
              <a:rPr lang="en-GB"/>
              <a:t>is extended database to support PriceAdivsor where transaction data and analysis output from the analytics platform are stored</a:t>
            </a:r>
          </a:p>
          <a:p>
            <a:pPr>
              <a:spcAft>
                <a:spcPts val="1200"/>
              </a:spcAft>
            </a:pPr>
            <a:r>
              <a:rPr lang="en-GB" b="1"/>
              <a:t>Microsoft Fabric serves as the analytics platform</a:t>
            </a:r>
            <a:r>
              <a:rPr lang="en-GB"/>
              <a:t>. Allows performing advanced analytics by joining F&amp;O and CRM data in a single "Lakehouse" without duplicating data or any ETL (Extract, Transform, Load) code</a:t>
            </a:r>
          </a:p>
          <a:p>
            <a:pPr>
              <a:spcAft>
                <a:spcPts val="1200"/>
              </a:spcAft>
            </a:pPr>
            <a:r>
              <a:rPr lang="en-GB" b="1"/>
              <a:t>Authentication and access will be inherited from Dynamics 365 </a:t>
            </a:r>
            <a:r>
              <a:rPr lang="en-GB"/>
              <a:t>- when the user logs into Dynamics, their access and role-based permissions are carried through into the PriceAdvisor, React application, ensuring a seamless and secure experience without separate login.</a:t>
            </a:r>
          </a:p>
        </p:txBody>
      </p:sp>
      <p:grpSp>
        <p:nvGrpSpPr>
          <p:cNvPr id="16" name="Group 15">
            <a:extLst>
              <a:ext uri="{FF2B5EF4-FFF2-40B4-BE49-F238E27FC236}">
                <a16:creationId xmlns:a16="http://schemas.microsoft.com/office/drawing/2014/main" id="{B411476D-014F-0EBD-B2EB-D52A60E7B84B}"/>
              </a:ext>
            </a:extLst>
          </p:cNvPr>
          <p:cNvGrpSpPr/>
          <p:nvPr/>
        </p:nvGrpSpPr>
        <p:grpSpPr>
          <a:xfrm>
            <a:off x="457200" y="1576394"/>
            <a:ext cx="7428572" cy="4517137"/>
            <a:chOff x="457200" y="1576394"/>
            <a:chExt cx="7428572" cy="4517137"/>
          </a:xfrm>
          <a:effectLst>
            <a:outerShdw blurRad="63500" algn="ctr" rotWithShape="0">
              <a:prstClr val="black">
                <a:alpha val="40000"/>
              </a:prstClr>
            </a:outerShdw>
          </a:effectLst>
        </p:grpSpPr>
        <p:pic>
          <p:nvPicPr>
            <p:cNvPr id="4" name="Picture 3">
              <a:extLst>
                <a:ext uri="{FF2B5EF4-FFF2-40B4-BE49-F238E27FC236}">
                  <a16:creationId xmlns:a16="http://schemas.microsoft.com/office/drawing/2014/main" id="{1F950ED7-E147-4550-5426-6D8C70A89E29}"/>
                </a:ext>
              </a:extLst>
            </p:cNvPr>
            <p:cNvPicPr>
              <a:picLocks noChangeAspect="1"/>
            </p:cNvPicPr>
            <p:nvPr/>
          </p:nvPicPr>
          <p:blipFill>
            <a:blip r:embed="rId6"/>
            <a:stretch>
              <a:fillRect/>
            </a:stretch>
          </p:blipFill>
          <p:spPr>
            <a:xfrm>
              <a:off x="457200" y="1576394"/>
              <a:ext cx="7428572" cy="4517137"/>
            </a:xfrm>
            <a:prstGeom prst="roundRect">
              <a:avLst>
                <a:gd name="adj" fmla="val 2037"/>
              </a:avLst>
            </a:prstGeom>
          </p:spPr>
        </p:pic>
        <p:sp>
          <p:nvSpPr>
            <p:cNvPr id="5" name="Rectangle 4">
              <a:extLst>
                <a:ext uri="{FF2B5EF4-FFF2-40B4-BE49-F238E27FC236}">
                  <a16:creationId xmlns:a16="http://schemas.microsoft.com/office/drawing/2014/main" id="{2532CF4F-E443-7687-C09E-356FAE512AC6}"/>
                </a:ext>
              </a:extLst>
            </p:cNvPr>
            <p:cNvSpPr/>
            <p:nvPr/>
          </p:nvSpPr>
          <p:spPr>
            <a:xfrm>
              <a:off x="2841734" y="3484180"/>
              <a:ext cx="697624" cy="145831"/>
            </a:xfrm>
            <a:prstGeom prst="roundRect">
              <a:avLst/>
            </a:prstGeom>
            <a:solidFill>
              <a:srgbClr val="FEFEFE"/>
            </a:solidFill>
            <a:ln w="9525">
              <a:solidFill>
                <a:srgbClr val="FEFEFE"/>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err="1">
                <a:ln>
                  <a:noFill/>
                </a:ln>
                <a:solidFill>
                  <a:srgbClr val="000000"/>
                </a:solidFill>
                <a:effectLst/>
                <a:uLnTx/>
                <a:uFillTx/>
                <a:latin typeface="Calibri"/>
                <a:ea typeface="+mn-ea"/>
                <a:cs typeface="+mn-cs"/>
              </a:endParaRPr>
            </a:p>
          </p:txBody>
        </p:sp>
      </p:grpSp>
      <p:sp>
        <p:nvSpPr>
          <p:cNvPr id="8" name="Oval 7">
            <a:extLst>
              <a:ext uri="{FF2B5EF4-FFF2-40B4-BE49-F238E27FC236}">
                <a16:creationId xmlns:a16="http://schemas.microsoft.com/office/drawing/2014/main" id="{0FB62017-7397-D8C6-B387-345869D228AC}"/>
              </a:ext>
            </a:extLst>
          </p:cNvPr>
          <p:cNvSpPr/>
          <p:nvPr/>
        </p:nvSpPr>
        <p:spPr>
          <a:xfrm>
            <a:off x="41563" y="359109"/>
            <a:ext cx="339159" cy="339159"/>
          </a:xfrm>
          <a:prstGeom prst="ellipse">
            <a:avLst/>
          </a:prstGeom>
          <a:solidFill>
            <a:schemeClr val="accent2"/>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a:ln>
                  <a:noFill/>
                </a:ln>
                <a:solidFill>
                  <a:srgbClr val="FFFFFF"/>
                </a:solidFill>
                <a:effectLst/>
                <a:uLnTx/>
                <a:uFillTx/>
                <a:latin typeface="Calibri"/>
                <a:ea typeface="+mn-ea"/>
                <a:cs typeface="+mn-cs"/>
              </a:rPr>
              <a:t>5C</a:t>
            </a:r>
          </a:p>
        </p:txBody>
      </p:sp>
    </p:spTree>
    <p:extLst>
      <p:ext uri="{BB962C8B-B14F-4D97-AF65-F5344CB8AC3E}">
        <p14:creationId xmlns:p14="http://schemas.microsoft.com/office/powerpoint/2010/main" val="31094514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236C6-8DA1-C315-C78D-D2A91349F5C4}"/>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92054EDB-0732-6ED0-B0C6-72535343C4A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4" name="think-cell data - do not delete" hidden="1">
                        <a:extLst>
                          <a:ext uri="{FF2B5EF4-FFF2-40B4-BE49-F238E27FC236}">
                            <a16:creationId xmlns:a16="http://schemas.microsoft.com/office/drawing/2014/main" id="{92054EDB-0732-6ED0-B0C6-72535343C4A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Rectangle 13">
            <a:extLst>
              <a:ext uri="{FF2B5EF4-FFF2-40B4-BE49-F238E27FC236}">
                <a16:creationId xmlns:a16="http://schemas.microsoft.com/office/drawing/2014/main" id="{296E1CDA-C48C-8697-CE4B-A6374015E262}"/>
              </a:ext>
            </a:extLst>
          </p:cNvPr>
          <p:cNvSpPr/>
          <p:nvPr/>
        </p:nvSpPr>
        <p:spPr>
          <a:xfrm>
            <a:off x="7469774" y="807982"/>
            <a:ext cx="4429349" cy="5695293"/>
          </a:xfrm>
          <a:prstGeom prst="rect">
            <a:avLst/>
          </a:prstGeom>
          <a:solidFill>
            <a:srgbClr val="BED3E4">
              <a:alpha val="20000"/>
            </a:srgbClr>
          </a:solidFill>
          <a:ln w="9525">
            <a:solidFill>
              <a:schemeClr val="accent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err="1">
              <a:ln>
                <a:noFill/>
              </a:ln>
              <a:solidFill>
                <a:srgbClr val="000000"/>
              </a:solidFill>
              <a:effectLst/>
              <a:uLnTx/>
              <a:uFillTx/>
              <a:latin typeface="Calibri"/>
              <a:ea typeface="+mn-ea"/>
              <a:cs typeface="+mn-cs"/>
            </a:endParaRPr>
          </a:p>
        </p:txBody>
      </p:sp>
      <p:sp>
        <p:nvSpPr>
          <p:cNvPr id="2" name="Title 1">
            <a:extLst>
              <a:ext uri="{FF2B5EF4-FFF2-40B4-BE49-F238E27FC236}">
                <a16:creationId xmlns:a16="http://schemas.microsoft.com/office/drawing/2014/main" id="{BFFB59C5-720A-996F-9458-147250ACF46F}"/>
              </a:ext>
            </a:extLst>
          </p:cNvPr>
          <p:cNvSpPr>
            <a:spLocks noGrp="1"/>
          </p:cNvSpPr>
          <p:nvPr>
            <p:ph type="title"/>
          </p:nvPr>
        </p:nvSpPr>
        <p:spPr/>
        <p:txBody>
          <a:bodyPr vert="horz"/>
          <a:lstStyle/>
          <a:p>
            <a:r>
              <a:rPr lang="en-GB" dirty="0">
                <a:solidFill>
                  <a:schemeClr val="accent2"/>
                </a:solidFill>
              </a:rPr>
              <a:t>TARGET STATE ARCHITECTURE</a:t>
            </a:r>
            <a:r>
              <a:rPr lang="en-GB" dirty="0"/>
              <a:t> FOR PRICEADVISOR || deep-dive</a:t>
            </a:r>
            <a:endParaRPr lang="en-US" dirty="0"/>
          </a:p>
        </p:txBody>
      </p:sp>
      <p:sp>
        <p:nvSpPr>
          <p:cNvPr id="7" name="Content Placeholder 6">
            <a:extLst>
              <a:ext uri="{FF2B5EF4-FFF2-40B4-BE49-F238E27FC236}">
                <a16:creationId xmlns:a16="http://schemas.microsoft.com/office/drawing/2014/main" id="{E753F847-D644-274B-AFC0-40778A605A1E}"/>
              </a:ext>
            </a:extLst>
          </p:cNvPr>
          <p:cNvSpPr>
            <a:spLocks noGrp="1"/>
          </p:cNvSpPr>
          <p:nvPr>
            <p:ph sz="quarter" idx="12"/>
          </p:nvPr>
        </p:nvSpPr>
        <p:spPr>
          <a:xfrm>
            <a:off x="7573342" y="897159"/>
            <a:ext cx="4161458" cy="5695293"/>
          </a:xfrm>
        </p:spPr>
        <p:txBody>
          <a:bodyPr/>
          <a:lstStyle/>
          <a:p>
            <a:pPr marL="285750" indent="-285750">
              <a:buFont typeface="+mj-lt"/>
              <a:buAutoNum type="arabicPeriod"/>
            </a:pPr>
            <a:r>
              <a:rPr lang="en-GB" sz="1100" b="1"/>
              <a:t>Presentation Layer (Dynamics 365 Sales)  - React application</a:t>
            </a:r>
            <a:r>
              <a:rPr lang="en-GB" sz="1100"/>
              <a:t> integrated into the Dynamics 365 Sales interface using Power Apps Component Framework (PCF), a more modern approach:</a:t>
            </a:r>
          </a:p>
          <a:p>
            <a:pPr lvl="1">
              <a:buSzPct val="100000"/>
            </a:pPr>
            <a:r>
              <a:rPr lang="en-GB" sz="1100"/>
              <a:t>The React app is packaged as a PCF Control, providing a native-like experience that can be bound to Dataverse fields or datasets. </a:t>
            </a:r>
          </a:p>
          <a:p>
            <a:pPr lvl="1">
              <a:spcAft>
                <a:spcPts val="600"/>
              </a:spcAft>
              <a:buSzPct val="100000"/>
            </a:pPr>
            <a:r>
              <a:rPr lang="en-GB" sz="1100"/>
              <a:t>Fluent UI library is used to ensure React components consistently match the Dynamics 365 Sales design system.</a:t>
            </a:r>
          </a:p>
          <a:p>
            <a:pPr marL="285750" indent="-285750">
              <a:buFont typeface="+mj-lt"/>
              <a:buAutoNum type="arabicPeriod"/>
            </a:pPr>
            <a:r>
              <a:rPr lang="en-GB" sz="1100" b="1"/>
              <a:t>Logic Layer - Azure Functions </a:t>
            </a:r>
            <a:r>
              <a:rPr lang="en-GB" sz="1100"/>
              <a:t>act as a middle-tier "API Gateway" and serverless backend to handle complex business logic that should not reside in the client: </a:t>
            </a:r>
          </a:p>
          <a:p>
            <a:pPr lvl="1">
              <a:buSzPct val="100000"/>
            </a:pPr>
            <a:r>
              <a:rPr lang="en-GB" sz="1100" b="1"/>
              <a:t>Authentication</a:t>
            </a:r>
            <a:r>
              <a:rPr lang="en-GB" sz="1100"/>
              <a:t>: The React app authenticates with the Function App using Microsoft Entra ID </a:t>
            </a:r>
          </a:p>
          <a:p>
            <a:pPr lvl="1">
              <a:buSzPct val="100000"/>
            </a:pPr>
            <a:r>
              <a:rPr lang="en-GB" sz="1100" b="1"/>
              <a:t>Managed Identity</a:t>
            </a:r>
            <a:r>
              <a:rPr lang="en-GB" sz="1100"/>
              <a:t>: The Function App uses a Managed Identity to securely connect to Dataverse without storing client secrets.</a:t>
            </a:r>
          </a:p>
          <a:p>
            <a:pPr lvl="1">
              <a:spcAft>
                <a:spcPts val="600"/>
              </a:spcAft>
              <a:buSzPct val="100000"/>
            </a:pPr>
            <a:r>
              <a:rPr lang="en-GB" sz="1100" b="1"/>
              <a:t>Server-Side Execution</a:t>
            </a:r>
            <a:r>
              <a:rPr lang="en-GB" sz="1100"/>
              <a:t>: Logic such as complex calculations, external API calls, or high-volume data processing is offloaded to the Azure Function to prevent browser throttling. </a:t>
            </a:r>
          </a:p>
          <a:p>
            <a:pPr marL="285750" indent="-285750">
              <a:buFont typeface="+mj-lt"/>
              <a:buAutoNum type="arabicPeriod"/>
            </a:pPr>
            <a:r>
              <a:rPr lang="en-GB" sz="1100" b="1"/>
              <a:t>Data Layer – Dataverse </a:t>
            </a:r>
            <a:r>
              <a:rPr lang="en-GB" sz="1100"/>
              <a:t>serves as the primary data store and the underlying engine for Dynamics 365 Sales:</a:t>
            </a:r>
          </a:p>
          <a:p>
            <a:pPr lvl="1">
              <a:buSzPct val="100000"/>
            </a:pPr>
            <a:r>
              <a:rPr lang="en-GB" sz="1100"/>
              <a:t>Web API: The Azure Function interacts with Dataverse via the Dataverse Web API or the Organization Service for CRUD ops.</a:t>
            </a:r>
          </a:p>
          <a:p>
            <a:pPr lvl="1">
              <a:spcAft>
                <a:spcPts val="600"/>
              </a:spcAft>
              <a:buSzPct val="100000"/>
            </a:pPr>
            <a:r>
              <a:rPr lang="en-GB" sz="1100"/>
              <a:t>Tables: Standard Sales tables (e.g., Accounts, Opportunities) and Price Advisor custom tables are used to store the application's data</a:t>
            </a:r>
          </a:p>
          <a:p>
            <a:pPr marL="285750" indent="-285750">
              <a:buFont typeface="+mj-lt"/>
              <a:buAutoNum type="arabicPeriod"/>
            </a:pPr>
            <a:r>
              <a:rPr lang="en-GB" sz="1100" b="1"/>
              <a:t>Build and deployment – Foundation Services</a:t>
            </a:r>
          </a:p>
          <a:p>
            <a:pPr lvl="1">
              <a:buSzPct val="100000"/>
            </a:pPr>
            <a:r>
              <a:rPr lang="en-GB" sz="1100" b="1"/>
              <a:t>Azure DevOps:</a:t>
            </a:r>
            <a:r>
              <a:rPr lang="en-GB" sz="1100"/>
              <a:t> Key Services for Project &amp; </a:t>
            </a:r>
            <a:r>
              <a:rPr lang="en-GB" sz="1100" err="1"/>
              <a:t>DevSecOps</a:t>
            </a:r>
            <a:r>
              <a:rPr lang="en-GB" sz="1100"/>
              <a:t> Management</a:t>
            </a:r>
          </a:p>
          <a:p>
            <a:pPr lvl="1">
              <a:buSzPct val="100000"/>
            </a:pPr>
            <a:r>
              <a:rPr lang="en-GB" sz="1100" b="1"/>
              <a:t>Power Platform Apps</a:t>
            </a:r>
            <a:r>
              <a:rPr lang="en-GB" sz="1100"/>
              <a:t>: Packaging CRM integrated solutions and deployment to Dynamics 365 as well as automating approval workflows</a:t>
            </a:r>
          </a:p>
        </p:txBody>
      </p:sp>
      <p:pic>
        <p:nvPicPr>
          <p:cNvPr id="46" name="Picture 45">
            <a:extLst>
              <a:ext uri="{FF2B5EF4-FFF2-40B4-BE49-F238E27FC236}">
                <a16:creationId xmlns:a16="http://schemas.microsoft.com/office/drawing/2014/main" id="{E1AAF474-E0DE-4432-4E78-C7252F7256A1}"/>
              </a:ext>
            </a:extLst>
          </p:cNvPr>
          <p:cNvPicPr>
            <a:picLocks noChangeAspect="1"/>
          </p:cNvPicPr>
          <p:nvPr/>
        </p:nvPicPr>
        <p:blipFill>
          <a:blip r:embed="rId5"/>
          <a:srcRect t="7317"/>
          <a:stretch>
            <a:fillRect/>
          </a:stretch>
        </p:blipFill>
        <p:spPr>
          <a:xfrm>
            <a:off x="333144" y="1397000"/>
            <a:ext cx="7004819" cy="4869203"/>
          </a:xfrm>
          <a:prstGeom prst="rect">
            <a:avLst/>
          </a:prstGeom>
        </p:spPr>
      </p:pic>
      <p:pic>
        <p:nvPicPr>
          <p:cNvPr id="47" name="Graphic 46" descr="Users with solid fill">
            <a:extLst>
              <a:ext uri="{FF2B5EF4-FFF2-40B4-BE49-F238E27FC236}">
                <a16:creationId xmlns:a16="http://schemas.microsoft.com/office/drawing/2014/main" id="{2C3359C1-178B-6443-6857-4C5158EB08C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577263" y="999478"/>
            <a:ext cx="409948" cy="517840"/>
          </a:xfrm>
          <a:prstGeom prst="rect">
            <a:avLst/>
          </a:prstGeom>
        </p:spPr>
      </p:pic>
      <p:sp>
        <p:nvSpPr>
          <p:cNvPr id="48" name="TextBox 47">
            <a:extLst>
              <a:ext uri="{FF2B5EF4-FFF2-40B4-BE49-F238E27FC236}">
                <a16:creationId xmlns:a16="http://schemas.microsoft.com/office/drawing/2014/main" id="{27ACB8DA-FDCA-DAE0-66B7-E29EBBE31925}"/>
              </a:ext>
            </a:extLst>
          </p:cNvPr>
          <p:cNvSpPr txBox="1"/>
          <p:nvPr/>
        </p:nvSpPr>
        <p:spPr>
          <a:xfrm>
            <a:off x="3018707" y="1156769"/>
            <a:ext cx="4355265"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a:ln>
                  <a:noFill/>
                </a:ln>
                <a:solidFill>
                  <a:srgbClr val="000000"/>
                </a:solidFill>
                <a:effectLst/>
                <a:uLnTx/>
                <a:uFillTx/>
                <a:latin typeface="Calibri"/>
                <a:ea typeface="+mn-ea"/>
                <a:cs typeface="+mn-cs"/>
              </a:rPr>
              <a:t>Salesforce (Managers and Representatives)</a:t>
            </a:r>
          </a:p>
        </p:txBody>
      </p:sp>
      <p:pic>
        <p:nvPicPr>
          <p:cNvPr id="49" name="Picture 48">
            <a:extLst>
              <a:ext uri="{FF2B5EF4-FFF2-40B4-BE49-F238E27FC236}">
                <a16:creationId xmlns:a16="http://schemas.microsoft.com/office/drawing/2014/main" id="{67FB2290-80B0-BA73-DBEE-584D84A1F3FB}"/>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10000" b="90000" l="10000" r="90000">
                        <a14:foregroundMark x1="11852" y1="85294" x2="82222" y2="89216"/>
                        <a14:foregroundMark x1="9630" y1="88235" x2="89630" y2="79412"/>
                      </a14:backgroundRemoval>
                    </a14:imgEffect>
                  </a14:imgLayer>
                </a14:imgProps>
              </a:ext>
            </a:extLst>
          </a:blip>
          <a:stretch>
            <a:fillRect/>
          </a:stretch>
        </p:blipFill>
        <p:spPr>
          <a:xfrm>
            <a:off x="6213233" y="5461000"/>
            <a:ext cx="514395" cy="388654"/>
          </a:xfrm>
          <a:prstGeom prst="rect">
            <a:avLst/>
          </a:prstGeom>
        </p:spPr>
      </p:pic>
      <p:pic>
        <p:nvPicPr>
          <p:cNvPr id="50" name="Picture 49">
            <a:extLst>
              <a:ext uri="{FF2B5EF4-FFF2-40B4-BE49-F238E27FC236}">
                <a16:creationId xmlns:a16="http://schemas.microsoft.com/office/drawing/2014/main" id="{25737693-419D-97F4-EDEC-7BC964D5AEDF}"/>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9600" b="89600" l="6667" r="94167">
                        <a14:foregroundMark x1="6667" y1="84000" x2="94167" y2="80800"/>
                      </a14:backgroundRemoval>
                    </a14:imgEffect>
                  </a14:imgLayer>
                </a14:imgProps>
              </a:ext>
            </a:extLst>
          </a:blip>
          <a:stretch>
            <a:fillRect/>
          </a:stretch>
        </p:blipFill>
        <p:spPr>
          <a:xfrm>
            <a:off x="6662884" y="5417181"/>
            <a:ext cx="457240" cy="476291"/>
          </a:xfrm>
          <a:prstGeom prst="rect">
            <a:avLst/>
          </a:prstGeom>
        </p:spPr>
      </p:pic>
      <p:pic>
        <p:nvPicPr>
          <p:cNvPr id="51" name="Picture 50">
            <a:extLst>
              <a:ext uri="{FF2B5EF4-FFF2-40B4-BE49-F238E27FC236}">
                <a16:creationId xmlns:a16="http://schemas.microsoft.com/office/drawing/2014/main" id="{45BE79F0-8150-7782-D7C0-4CD5039B6FB4}"/>
              </a:ext>
            </a:extLst>
          </p:cNvPr>
          <p:cNvPicPr>
            <a:picLocks noChangeAspect="1"/>
          </p:cNvPicPr>
          <p:nvPr/>
        </p:nvPicPr>
        <p:blipFill>
          <a:blip r:embed="rId11">
            <a:extLst>
              <a:ext uri="{BEBA8EAE-BF5A-486C-A8C5-ECC9F3942E4B}">
                <a14:imgProps xmlns:a14="http://schemas.microsoft.com/office/drawing/2010/main">
                  <a14:imgLayer r:embed="rId12">
                    <a14:imgEffect>
                      <a14:backgroundRemoval t="9524" b="95238" l="9600" r="90400">
                        <a14:foregroundMark x1="15200" y1="95238" x2="90400" y2="95238"/>
                      </a14:backgroundRemoval>
                    </a14:imgEffect>
                  </a14:imgLayer>
                </a14:imgProps>
              </a:ext>
            </a:extLst>
          </a:blip>
          <a:stretch>
            <a:fillRect/>
          </a:stretch>
        </p:blipFill>
        <p:spPr>
          <a:xfrm>
            <a:off x="6477350" y="4711352"/>
            <a:ext cx="348852" cy="293036"/>
          </a:xfrm>
          <a:prstGeom prst="rect">
            <a:avLst/>
          </a:prstGeom>
        </p:spPr>
      </p:pic>
      <p:sp>
        <p:nvSpPr>
          <p:cNvPr id="52" name="Rectangle 51">
            <a:extLst>
              <a:ext uri="{FF2B5EF4-FFF2-40B4-BE49-F238E27FC236}">
                <a16:creationId xmlns:a16="http://schemas.microsoft.com/office/drawing/2014/main" id="{853DE2D5-0171-6F2F-D9B5-1F222EBADCDF}"/>
              </a:ext>
            </a:extLst>
          </p:cNvPr>
          <p:cNvSpPr/>
          <p:nvPr/>
        </p:nvSpPr>
        <p:spPr>
          <a:xfrm>
            <a:off x="851339" y="1801209"/>
            <a:ext cx="831631" cy="165538"/>
          </a:xfrm>
          <a:prstGeom prst="rect">
            <a:avLst/>
          </a:prstGeom>
          <a:solidFill>
            <a:srgbClr val="FDFDFC"/>
          </a:solidFill>
          <a:ln w="9525">
            <a:solidFill>
              <a:srgbClr val="FDFCFC"/>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err="1">
              <a:ln>
                <a:noFill/>
              </a:ln>
              <a:solidFill>
                <a:srgbClr val="000000"/>
              </a:solidFill>
              <a:effectLst/>
              <a:uLnTx/>
              <a:uFillTx/>
              <a:latin typeface="Calibri"/>
              <a:ea typeface="+mn-ea"/>
              <a:cs typeface="+mn-cs"/>
            </a:endParaRPr>
          </a:p>
        </p:txBody>
      </p:sp>
      <p:sp>
        <p:nvSpPr>
          <p:cNvPr id="53" name="Rectangle 52">
            <a:extLst>
              <a:ext uri="{FF2B5EF4-FFF2-40B4-BE49-F238E27FC236}">
                <a16:creationId xmlns:a16="http://schemas.microsoft.com/office/drawing/2014/main" id="{3F494E0C-969A-B9C8-331F-C5DE25EF4F77}"/>
              </a:ext>
            </a:extLst>
          </p:cNvPr>
          <p:cNvSpPr/>
          <p:nvPr/>
        </p:nvSpPr>
        <p:spPr>
          <a:xfrm>
            <a:off x="851339" y="4033706"/>
            <a:ext cx="831631" cy="165538"/>
          </a:xfrm>
          <a:prstGeom prst="rect">
            <a:avLst/>
          </a:prstGeom>
          <a:solidFill>
            <a:srgbClr val="FCFCFC"/>
          </a:solidFill>
          <a:ln w="9525">
            <a:solidFill>
              <a:srgbClr val="FDFCFC"/>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err="1">
              <a:ln>
                <a:noFill/>
              </a:ln>
              <a:solidFill>
                <a:srgbClr val="000000"/>
              </a:solidFill>
              <a:effectLst/>
              <a:uLnTx/>
              <a:uFillTx/>
              <a:latin typeface="Calibri"/>
              <a:ea typeface="+mn-ea"/>
              <a:cs typeface="+mn-cs"/>
            </a:endParaRPr>
          </a:p>
        </p:txBody>
      </p:sp>
      <p:sp>
        <p:nvSpPr>
          <p:cNvPr id="54" name="Rectangle 53">
            <a:extLst>
              <a:ext uri="{FF2B5EF4-FFF2-40B4-BE49-F238E27FC236}">
                <a16:creationId xmlns:a16="http://schemas.microsoft.com/office/drawing/2014/main" id="{A83786E1-D2B9-44E2-384D-F83D70B823FA}"/>
              </a:ext>
            </a:extLst>
          </p:cNvPr>
          <p:cNvSpPr/>
          <p:nvPr/>
        </p:nvSpPr>
        <p:spPr>
          <a:xfrm>
            <a:off x="1349317" y="3902327"/>
            <a:ext cx="429456" cy="165538"/>
          </a:xfrm>
          <a:prstGeom prst="rect">
            <a:avLst/>
          </a:prstGeom>
          <a:solidFill>
            <a:srgbClr val="FCFCFC"/>
          </a:solidFill>
          <a:ln w="9525">
            <a:solidFill>
              <a:srgbClr val="FDFCFC"/>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err="1">
              <a:ln>
                <a:noFill/>
              </a:ln>
              <a:solidFill>
                <a:srgbClr val="000000"/>
              </a:solidFill>
              <a:effectLst/>
              <a:uLnTx/>
              <a:uFillTx/>
              <a:latin typeface="Calibri"/>
              <a:ea typeface="+mn-ea"/>
              <a:cs typeface="+mn-cs"/>
            </a:endParaRPr>
          </a:p>
        </p:txBody>
      </p:sp>
      <p:sp>
        <p:nvSpPr>
          <p:cNvPr id="9" name="Oval 8">
            <a:extLst>
              <a:ext uri="{FF2B5EF4-FFF2-40B4-BE49-F238E27FC236}">
                <a16:creationId xmlns:a16="http://schemas.microsoft.com/office/drawing/2014/main" id="{325AFC5B-C10F-9813-00B2-CED6D6C463D5}"/>
              </a:ext>
            </a:extLst>
          </p:cNvPr>
          <p:cNvSpPr/>
          <p:nvPr/>
        </p:nvSpPr>
        <p:spPr>
          <a:xfrm>
            <a:off x="41563" y="359109"/>
            <a:ext cx="339159" cy="339159"/>
          </a:xfrm>
          <a:prstGeom prst="ellipse">
            <a:avLst/>
          </a:prstGeom>
          <a:solidFill>
            <a:schemeClr val="accent2"/>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a:ln>
                  <a:noFill/>
                </a:ln>
                <a:solidFill>
                  <a:srgbClr val="FFFFFF"/>
                </a:solidFill>
                <a:effectLst/>
                <a:uLnTx/>
                <a:uFillTx/>
                <a:latin typeface="Calibri"/>
                <a:ea typeface="+mn-ea"/>
                <a:cs typeface="+mn-cs"/>
              </a:rPr>
              <a:t>5C</a:t>
            </a:r>
          </a:p>
        </p:txBody>
      </p:sp>
    </p:spTree>
    <p:extLst>
      <p:ext uri="{BB962C8B-B14F-4D97-AF65-F5344CB8AC3E}">
        <p14:creationId xmlns:p14="http://schemas.microsoft.com/office/powerpoint/2010/main" val="20006620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08945-436D-DCC4-7911-432165BD517F}"/>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2B599C75-CB5C-9486-CB39-7123F49699F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39" imgH="639" progId="TCLayout.ActiveDocument.1">
                  <p:embed/>
                </p:oleObj>
              </mc:Choice>
              <mc:Fallback>
                <p:oleObj name="think-cell Slide" r:id="rId4" imgW="639" imgH="639" progId="TCLayout.ActiveDocument.1">
                  <p:embed/>
                  <p:pic>
                    <p:nvPicPr>
                      <p:cNvPr id="6" name="think-cell data - do not delete" hidden="1">
                        <a:extLst>
                          <a:ext uri="{FF2B5EF4-FFF2-40B4-BE49-F238E27FC236}">
                            <a16:creationId xmlns:a16="http://schemas.microsoft.com/office/drawing/2014/main" id="{2B599C75-CB5C-9486-CB39-7123F49699F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92741020-8BA3-9477-7E40-F58434CDCDAB}"/>
              </a:ext>
            </a:extLst>
          </p:cNvPr>
          <p:cNvSpPr>
            <a:spLocks noGrp="1"/>
          </p:cNvSpPr>
          <p:nvPr>
            <p:ph type="title"/>
          </p:nvPr>
        </p:nvSpPr>
        <p:spPr/>
        <p:txBody>
          <a:bodyPr vert="horz"/>
          <a:lstStyle/>
          <a:p>
            <a:r>
              <a:rPr lang="en-GB">
                <a:solidFill>
                  <a:schemeClr val="accent2"/>
                </a:solidFill>
              </a:rPr>
              <a:t>Data tables:</a:t>
            </a:r>
            <a:r>
              <a:rPr lang="en-GB"/>
              <a:t> storage, Maintenance, and owners</a:t>
            </a:r>
            <a:br>
              <a:rPr lang="en-GB"/>
            </a:br>
            <a:r>
              <a:rPr lang="en-GB" sz="1400" b="0" cap="none">
                <a:latin typeface="+mn-lt"/>
              </a:rPr>
              <a:t>Tables will reside in the Dynamics Dataverse, owned by relevant business owners, and updated by IT/product teams. </a:t>
            </a:r>
            <a:br>
              <a:rPr lang="en-GB"/>
            </a:br>
            <a:endParaRPr lang="en-GB"/>
          </a:p>
        </p:txBody>
      </p:sp>
      <p:graphicFrame>
        <p:nvGraphicFramePr>
          <p:cNvPr id="12" name="Table 11">
            <a:extLst>
              <a:ext uri="{FF2B5EF4-FFF2-40B4-BE49-F238E27FC236}">
                <a16:creationId xmlns:a16="http://schemas.microsoft.com/office/drawing/2014/main" id="{EEAAAC9D-053F-160C-AF83-D8F2B4BBE4F0}"/>
              </a:ext>
            </a:extLst>
          </p:cNvPr>
          <p:cNvGraphicFramePr>
            <a:graphicFrameLocks noGrp="1"/>
          </p:cNvGraphicFramePr>
          <p:nvPr/>
        </p:nvGraphicFramePr>
        <p:xfrm>
          <a:off x="457200" y="1249389"/>
          <a:ext cx="11277602" cy="4626100"/>
        </p:xfrm>
        <a:graphic>
          <a:graphicData uri="http://schemas.openxmlformats.org/drawingml/2006/table">
            <a:tbl>
              <a:tblPr firstRow="1" bandRow="1">
                <a:tableStyleId>{839DD9DD-9E6C-4910-8AC0-68ADFF6A6AFC}</a:tableStyleId>
              </a:tblPr>
              <a:tblGrid>
                <a:gridCol w="1233577">
                  <a:extLst>
                    <a:ext uri="{9D8B030D-6E8A-4147-A177-3AD203B41FA5}">
                      <a16:colId xmlns:a16="http://schemas.microsoft.com/office/drawing/2014/main" val="1777279399"/>
                    </a:ext>
                  </a:extLst>
                </a:gridCol>
                <a:gridCol w="2803585">
                  <a:extLst>
                    <a:ext uri="{9D8B030D-6E8A-4147-A177-3AD203B41FA5}">
                      <a16:colId xmlns:a16="http://schemas.microsoft.com/office/drawing/2014/main" val="888971024"/>
                    </a:ext>
                  </a:extLst>
                </a:gridCol>
                <a:gridCol w="1810110">
                  <a:extLst>
                    <a:ext uri="{9D8B030D-6E8A-4147-A177-3AD203B41FA5}">
                      <a16:colId xmlns:a16="http://schemas.microsoft.com/office/drawing/2014/main" val="2598169639"/>
                    </a:ext>
                  </a:extLst>
                </a:gridCol>
                <a:gridCol w="1810110">
                  <a:extLst>
                    <a:ext uri="{9D8B030D-6E8A-4147-A177-3AD203B41FA5}">
                      <a16:colId xmlns:a16="http://schemas.microsoft.com/office/drawing/2014/main" val="820001872"/>
                    </a:ext>
                  </a:extLst>
                </a:gridCol>
                <a:gridCol w="1810110">
                  <a:extLst>
                    <a:ext uri="{9D8B030D-6E8A-4147-A177-3AD203B41FA5}">
                      <a16:colId xmlns:a16="http://schemas.microsoft.com/office/drawing/2014/main" val="1345741870"/>
                    </a:ext>
                  </a:extLst>
                </a:gridCol>
                <a:gridCol w="1810110">
                  <a:extLst>
                    <a:ext uri="{9D8B030D-6E8A-4147-A177-3AD203B41FA5}">
                      <a16:colId xmlns:a16="http://schemas.microsoft.com/office/drawing/2014/main" val="1936199538"/>
                    </a:ext>
                  </a:extLst>
                </a:gridCol>
              </a:tblGrid>
              <a:tr h="257232">
                <a:tc>
                  <a:txBody>
                    <a:bodyPr/>
                    <a:lstStyle/>
                    <a:p>
                      <a:r>
                        <a:rPr lang="en-GB" sz="1100">
                          <a:solidFill>
                            <a:schemeClr val="bg1"/>
                          </a:solidFill>
                        </a:rPr>
                        <a:t>Table</a:t>
                      </a:r>
                    </a:p>
                  </a:txBody>
                  <a:tcPr>
                    <a:solidFill>
                      <a:schemeClr val="accent1"/>
                    </a:solidFill>
                  </a:tcPr>
                </a:tc>
                <a:tc>
                  <a:txBody>
                    <a:bodyPr/>
                    <a:lstStyle/>
                    <a:p>
                      <a:r>
                        <a:rPr lang="en-GB" sz="1100">
                          <a:solidFill>
                            <a:schemeClr val="bg1"/>
                          </a:solidFill>
                        </a:rPr>
                        <a:t>Description</a:t>
                      </a:r>
                    </a:p>
                  </a:txBody>
                  <a:tcPr>
                    <a:solidFill>
                      <a:schemeClr val="accent1"/>
                    </a:solidFill>
                  </a:tcPr>
                </a:tc>
                <a:tc>
                  <a:txBody>
                    <a:bodyPr/>
                    <a:lstStyle/>
                    <a:p>
                      <a:r>
                        <a:rPr lang="en-GB" sz="1100">
                          <a:solidFill>
                            <a:schemeClr val="bg1"/>
                          </a:solidFill>
                        </a:rPr>
                        <a:t>Current Status</a:t>
                      </a:r>
                    </a:p>
                  </a:txBody>
                  <a:tcPr>
                    <a:solidFill>
                      <a:schemeClr val="accent1"/>
                    </a:solidFill>
                  </a:tcPr>
                </a:tc>
                <a:tc>
                  <a:txBody>
                    <a:bodyPr/>
                    <a:lstStyle/>
                    <a:p>
                      <a:r>
                        <a:rPr lang="en-GB" sz="1100">
                          <a:solidFill>
                            <a:schemeClr val="bg1"/>
                          </a:solidFill>
                        </a:rPr>
                        <a:t>Refresh approach / cadence</a:t>
                      </a:r>
                    </a:p>
                  </a:txBody>
                  <a:tcPr>
                    <a:solidFill>
                      <a:schemeClr val="accent1"/>
                    </a:solidFill>
                  </a:tcPr>
                </a:tc>
                <a:tc>
                  <a:txBody>
                    <a:bodyPr/>
                    <a:lstStyle/>
                    <a:p>
                      <a:r>
                        <a:rPr lang="en-GB" sz="1100">
                          <a:solidFill>
                            <a:schemeClr val="bg1"/>
                          </a:solidFill>
                        </a:rPr>
                        <a:t>Pipeline code complexity</a:t>
                      </a:r>
                    </a:p>
                  </a:txBody>
                  <a:tcPr>
                    <a:solidFill>
                      <a:schemeClr val="accent1"/>
                    </a:solidFill>
                  </a:tcPr>
                </a:tc>
                <a:tc>
                  <a:txBody>
                    <a:bodyPr/>
                    <a:lstStyle/>
                    <a:p>
                      <a:r>
                        <a:rPr lang="en-GB" sz="1100">
                          <a:solidFill>
                            <a:schemeClr val="bg1"/>
                          </a:solidFill>
                        </a:rPr>
                        <a:t>Potential business owner</a:t>
                      </a:r>
                    </a:p>
                  </a:txBody>
                  <a:tcPr>
                    <a:solidFill>
                      <a:schemeClr val="accent1"/>
                    </a:solidFill>
                  </a:tcPr>
                </a:tc>
                <a:extLst>
                  <a:ext uri="{0D108BD9-81ED-4DB2-BD59-A6C34878D82A}">
                    <a16:rowId xmlns:a16="http://schemas.microsoft.com/office/drawing/2014/main" val="3119276607"/>
                  </a:ext>
                </a:extLst>
              </a:tr>
              <a:tr h="484562">
                <a:tc>
                  <a:txBody>
                    <a:bodyPr/>
                    <a:lstStyle/>
                    <a:p>
                      <a:r>
                        <a:rPr lang="en-GB" sz="1100" b="1"/>
                        <a:t>Price Book (List)</a:t>
                      </a:r>
                    </a:p>
                  </a:txBody>
                  <a:tcPr>
                    <a:solidFill>
                      <a:schemeClr val="bg1">
                        <a:lumMod val="95000"/>
                      </a:schemeClr>
                    </a:solidFill>
                  </a:tcPr>
                </a:tc>
                <a:tc>
                  <a:txBody>
                    <a:bodyPr/>
                    <a:lstStyle/>
                    <a:p>
                      <a:r>
                        <a:rPr lang="en-GB" sz="1100"/>
                        <a:t>Book and target prices for products in scope</a:t>
                      </a:r>
                      <a:br>
                        <a:rPr lang="en-GB" sz="1100"/>
                      </a:br>
                      <a:r>
                        <a:rPr lang="en-GB" sz="1100"/>
                        <a:t>New structure vs. current price book</a:t>
                      </a:r>
                    </a:p>
                  </a:txBody>
                  <a:tcPr/>
                </a:tc>
                <a:tc>
                  <a:txBody>
                    <a:bodyPr/>
                    <a:lstStyle/>
                    <a:p>
                      <a:r>
                        <a:rPr lang="en-GB" sz="1100"/>
                        <a:t>Already exists; will be expanded</a:t>
                      </a:r>
                    </a:p>
                  </a:txBody>
                  <a:tcPr/>
                </a:tc>
                <a:tc>
                  <a:txBody>
                    <a:bodyPr/>
                    <a:lstStyle/>
                    <a:p>
                      <a:r>
                        <a:rPr lang="en-GB" sz="1100"/>
                        <a:t>Annually</a:t>
                      </a:r>
                    </a:p>
                  </a:txBody>
                  <a:tcPr/>
                </a:tc>
                <a:tc>
                  <a:txBody>
                    <a:bodyPr/>
                    <a:lstStyle/>
                    <a:p>
                      <a:r>
                        <a:rPr lang="en-GB" sz="1100" b="1"/>
                        <a:t>High</a:t>
                      </a:r>
                      <a:r>
                        <a:rPr lang="en-GB" sz="1100"/>
                        <a:t> (direct from price book per product/customer)</a:t>
                      </a:r>
                    </a:p>
                  </a:txBody>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lang="en-GB" sz="1100"/>
                        <a:t>Pricing team</a:t>
                      </a:r>
                      <a:r>
                        <a:rPr lang="en-GB" sz="1100" baseline="30000"/>
                        <a:t>1</a:t>
                      </a:r>
                      <a:r>
                        <a:rPr lang="en-GB" sz="1100"/>
                        <a:t> maintains</a:t>
                      </a:r>
                    </a:p>
                    <a:p>
                      <a:endParaRPr lang="en-GB" sz="1100"/>
                    </a:p>
                  </a:txBody>
                  <a:tcPr/>
                </a:tc>
                <a:extLst>
                  <a:ext uri="{0D108BD9-81ED-4DB2-BD59-A6C34878D82A}">
                    <a16:rowId xmlns:a16="http://schemas.microsoft.com/office/drawing/2014/main" val="1017464637"/>
                  </a:ext>
                </a:extLst>
              </a:tr>
              <a:tr h="484562">
                <a:tc>
                  <a:txBody>
                    <a:bodyPr/>
                    <a:lstStyle/>
                    <a:p>
                      <a:r>
                        <a:rPr lang="en-GB" sz="1100" b="1"/>
                        <a:t>Deal score logic</a:t>
                      </a:r>
                    </a:p>
                  </a:txBody>
                  <a:tcPr>
                    <a:solidFill>
                      <a:schemeClr val="bg1">
                        <a:lumMod val="95000"/>
                      </a:schemeClr>
                    </a:solidFill>
                  </a:tcPr>
                </a:tc>
                <a:tc>
                  <a:txBody>
                    <a:bodyPr/>
                    <a:lstStyle/>
                    <a:p>
                      <a:r>
                        <a:rPr lang="en-GB" sz="1100"/>
                        <a:t>Logic to score baskets based on discount % relative to target and floor prices</a:t>
                      </a:r>
                    </a:p>
                  </a:txBody>
                  <a:tcPr/>
                </a:tc>
                <a:tc>
                  <a:txBody>
                    <a:bodyPr/>
                    <a:lstStyle/>
                    <a:p>
                      <a:r>
                        <a:rPr lang="en-GB" sz="1100"/>
                        <a:t>Does not currently exist</a:t>
                      </a:r>
                    </a:p>
                  </a:txBody>
                  <a:tcPr/>
                </a:tc>
                <a:tc>
                  <a:txBody>
                    <a:bodyPr/>
                    <a:lstStyle/>
                    <a:p>
                      <a:r>
                        <a:rPr lang="en-GB" sz="1100"/>
                        <a:t>Infrequent</a:t>
                      </a:r>
                    </a:p>
                  </a:txBody>
                  <a:tcPr/>
                </a:tc>
                <a:tc>
                  <a:txBody>
                    <a:bodyPr/>
                    <a:lstStyle/>
                    <a:p>
                      <a:r>
                        <a:rPr lang="en-GB" sz="1100" b="1"/>
                        <a:t>Low</a:t>
                      </a:r>
                      <a:r>
                        <a:rPr lang="en-GB" sz="1100"/>
                        <a:t> (simple univariate scale)</a:t>
                      </a:r>
                    </a:p>
                  </a:txBody>
                  <a:tcPr/>
                </a:tc>
                <a:tc>
                  <a:txBody>
                    <a:bodyPr/>
                    <a:lstStyle/>
                    <a:p>
                      <a:r>
                        <a:rPr lang="en-GB" sz="1100"/>
                        <a:t>Pricing team</a:t>
                      </a:r>
                      <a:r>
                        <a:rPr lang="en-GB" sz="1100" baseline="30000"/>
                        <a:t>1</a:t>
                      </a:r>
                      <a:r>
                        <a:rPr lang="en-GB" sz="1100"/>
                        <a:t> maintains</a:t>
                      </a:r>
                    </a:p>
                  </a:txBody>
                  <a:tcPr/>
                </a:tc>
                <a:extLst>
                  <a:ext uri="{0D108BD9-81ED-4DB2-BD59-A6C34878D82A}">
                    <a16:rowId xmlns:a16="http://schemas.microsoft.com/office/drawing/2014/main" val="887848847"/>
                  </a:ext>
                </a:extLst>
              </a:tr>
              <a:tr h="484562">
                <a:tc>
                  <a:txBody>
                    <a:bodyPr/>
                    <a:lstStyle/>
                    <a:p>
                      <a:r>
                        <a:rPr lang="en-GB" sz="1100" b="1"/>
                        <a:t>Approvals thresholds</a:t>
                      </a:r>
                    </a:p>
                  </a:txBody>
                  <a:tcPr>
                    <a:solidFill>
                      <a:schemeClr val="bg1">
                        <a:lumMod val="95000"/>
                      </a:schemeClr>
                    </a:solidFill>
                  </a:tcPr>
                </a:tc>
                <a:tc>
                  <a:txBody>
                    <a:bodyPr/>
                    <a:lstStyle/>
                    <a:p>
                      <a:r>
                        <a:rPr lang="en-GB" sz="1100"/>
                        <a:t>Map of approvals required by employee level based on deal score and size</a:t>
                      </a:r>
                    </a:p>
                  </a:txBody>
                  <a:tcPr/>
                </a:tc>
                <a:tc>
                  <a:txBody>
                    <a:bodyPr/>
                    <a:lstStyle/>
                    <a:p>
                      <a:r>
                        <a:rPr lang="en-GB" sz="1100"/>
                        <a:t>Does not currently exist</a:t>
                      </a:r>
                    </a:p>
                  </a:txBody>
                  <a:tcPr/>
                </a:tc>
                <a:tc>
                  <a:txBody>
                    <a:bodyPr/>
                    <a:lstStyle/>
                    <a:p>
                      <a:r>
                        <a:rPr lang="en-GB" sz="1100"/>
                        <a:t>Infrequent</a:t>
                      </a:r>
                    </a:p>
                  </a:txBody>
                  <a:tcPr/>
                </a:tc>
                <a:tc>
                  <a:txBody>
                    <a:bodyPr/>
                    <a:lstStyle/>
                    <a:p>
                      <a:r>
                        <a:rPr lang="en-GB" sz="1100" b="1"/>
                        <a:t>Med</a:t>
                      </a:r>
                    </a:p>
                  </a:txBody>
                  <a:tcPr/>
                </a:tc>
                <a:tc>
                  <a:txBody>
                    <a:bodyPr/>
                    <a:lstStyle/>
                    <a:p>
                      <a:r>
                        <a:rPr lang="en-GB" sz="1100"/>
                        <a:t>Pricing team</a:t>
                      </a:r>
                      <a:r>
                        <a:rPr lang="en-GB" sz="1100" baseline="30000"/>
                        <a:t>1</a:t>
                      </a:r>
                      <a:r>
                        <a:rPr lang="en-GB" sz="1100"/>
                        <a:t> maintains</a:t>
                      </a:r>
                    </a:p>
                  </a:txBody>
                  <a:tcPr/>
                </a:tc>
                <a:extLst>
                  <a:ext uri="{0D108BD9-81ED-4DB2-BD59-A6C34878D82A}">
                    <a16:rowId xmlns:a16="http://schemas.microsoft.com/office/drawing/2014/main" val="1138213187"/>
                  </a:ext>
                </a:extLst>
              </a:tr>
              <a:tr h="674925">
                <a:tc>
                  <a:txBody>
                    <a:bodyPr/>
                    <a:lstStyle/>
                    <a:p>
                      <a:r>
                        <a:rPr lang="en-GB" sz="1100" b="1"/>
                        <a:t>Approvals mapping</a:t>
                      </a:r>
                    </a:p>
                  </a:txBody>
                  <a:tcPr>
                    <a:solidFill>
                      <a:schemeClr val="bg1">
                        <a:lumMod val="95000"/>
                      </a:schemeClr>
                    </a:solidFill>
                  </a:tcPr>
                </a:tc>
                <a:tc>
                  <a:txBody>
                    <a:bodyPr/>
                    <a:lstStyle/>
                    <a:p>
                      <a:r>
                        <a:rPr lang="en-GB" sz="1100"/>
                        <a:t>Map of specific employees required to give approval</a:t>
                      </a:r>
                    </a:p>
                  </a:txBody>
                  <a:tcPr/>
                </a:tc>
                <a:tc>
                  <a:txBody>
                    <a:bodyPr/>
                    <a:lstStyle/>
                    <a:p>
                      <a:r>
                        <a:rPr lang="en-GB" sz="1100"/>
                        <a:t>Already exists in CRM</a:t>
                      </a:r>
                    </a:p>
                  </a:txBody>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lang="en-GB" sz="1100"/>
                        <a:t>Manually when CRM approvers change (promotion / exit / etc.)</a:t>
                      </a:r>
                    </a:p>
                  </a:txBody>
                  <a:tcPr/>
                </a:tc>
                <a:tc>
                  <a:txBody>
                    <a:bodyPr/>
                    <a:lstStyle/>
                    <a:p>
                      <a:r>
                        <a:rPr lang="en-GB" sz="1100" b="1"/>
                        <a:t>Low </a:t>
                      </a:r>
                      <a:r>
                        <a:rPr lang="en-GB" sz="1100"/>
                        <a:t>(direct from CRM)</a:t>
                      </a:r>
                    </a:p>
                  </a:txBody>
                  <a:tcPr/>
                </a:tc>
                <a:tc>
                  <a:txBody>
                    <a:bodyPr/>
                    <a:lstStyle/>
                    <a:p>
                      <a:r>
                        <a:rPr lang="en-GB" sz="1100"/>
                        <a:t>Pricing team</a:t>
                      </a:r>
                      <a:r>
                        <a:rPr lang="en-GB" sz="1100" baseline="30000"/>
                        <a:t>1</a:t>
                      </a:r>
                      <a:r>
                        <a:rPr lang="en-GB" sz="1100" baseline="0"/>
                        <a:t>/HR</a:t>
                      </a:r>
                      <a:r>
                        <a:rPr lang="en-GB" sz="1100"/>
                        <a:t> maintains</a:t>
                      </a:r>
                    </a:p>
                  </a:txBody>
                  <a:tcPr/>
                </a:tc>
                <a:extLst>
                  <a:ext uri="{0D108BD9-81ED-4DB2-BD59-A6C34878D82A}">
                    <a16:rowId xmlns:a16="http://schemas.microsoft.com/office/drawing/2014/main" val="235424026"/>
                  </a:ext>
                </a:extLst>
              </a:tr>
              <a:tr h="674925">
                <a:tc>
                  <a:txBody>
                    <a:bodyPr/>
                    <a:lstStyle/>
                    <a:p>
                      <a:r>
                        <a:rPr lang="en-GB" sz="1100" b="1"/>
                        <a:t>Customer Master</a:t>
                      </a:r>
                    </a:p>
                  </a:txBody>
                  <a:tcPr>
                    <a:solidFill>
                      <a:schemeClr val="bg1">
                        <a:lumMod val="95000"/>
                      </a:schemeClr>
                    </a:solidFill>
                  </a:tcPr>
                </a:tc>
                <a:tc>
                  <a:txBody>
                    <a:bodyPr/>
                    <a:lstStyle/>
                    <a:p>
                      <a:r>
                        <a:rPr lang="en-GB" sz="1100"/>
                        <a:t>Customer metadata on IDs, ship-to locations, segmentation (A-D), etc.</a:t>
                      </a:r>
                    </a:p>
                  </a:txBody>
                  <a:tcPr/>
                </a:tc>
                <a:tc>
                  <a:txBody>
                    <a:bodyPr/>
                    <a:lstStyle/>
                    <a:p>
                      <a:r>
                        <a:rPr lang="en-GB" sz="1100"/>
                        <a:t>Already exists in CRM; Needs to be accurate to support quoting</a:t>
                      </a:r>
                    </a:p>
                  </a:txBody>
                  <a:tcPr/>
                </a:tc>
                <a:tc>
                  <a:txBody>
                    <a:bodyPr/>
                    <a:lstStyle/>
                    <a:p>
                      <a:r>
                        <a:rPr lang="en-GB" sz="1100"/>
                        <a:t>Maintained regularly in CRM</a:t>
                      </a:r>
                    </a:p>
                  </a:txBody>
                  <a:tcPr/>
                </a:tc>
                <a:tc>
                  <a:txBody>
                    <a:bodyPr/>
                    <a:lstStyle/>
                    <a:p>
                      <a:r>
                        <a:rPr lang="en-GB" sz="1100" b="1"/>
                        <a:t>Low </a:t>
                      </a:r>
                      <a:r>
                        <a:rPr lang="en-GB" sz="1100"/>
                        <a:t>(direct from CRM)</a:t>
                      </a:r>
                    </a:p>
                  </a:txBody>
                  <a:tcPr/>
                </a:tc>
                <a:tc>
                  <a:txBody>
                    <a:bodyPr/>
                    <a:lstStyle/>
                    <a:p>
                      <a:r>
                        <a:rPr lang="en-GB" sz="1100"/>
                        <a:t>Pricing team</a:t>
                      </a:r>
                      <a:r>
                        <a:rPr lang="en-GB" sz="1100" baseline="30000"/>
                        <a:t>1</a:t>
                      </a:r>
                      <a:r>
                        <a:rPr lang="en-GB" sz="1100"/>
                        <a:t> and customer service</a:t>
                      </a:r>
                    </a:p>
                  </a:txBody>
                  <a:tcPr/>
                </a:tc>
                <a:extLst>
                  <a:ext uri="{0D108BD9-81ED-4DB2-BD59-A6C34878D82A}">
                    <a16:rowId xmlns:a16="http://schemas.microsoft.com/office/drawing/2014/main" val="1868029103"/>
                  </a:ext>
                </a:extLst>
              </a:tr>
              <a:tr h="484562">
                <a:tc>
                  <a:txBody>
                    <a:bodyPr/>
                    <a:lstStyle/>
                    <a:p>
                      <a:r>
                        <a:rPr lang="en-GB" sz="1100" b="1"/>
                        <a:t>Similar deal and guidance logic (multiple tables)</a:t>
                      </a:r>
                    </a:p>
                  </a:txBody>
                  <a:tcPr>
                    <a:solidFill>
                      <a:schemeClr val="bg1">
                        <a:lumMod val="95000"/>
                      </a:schemeClr>
                    </a:solidFill>
                  </a:tcPr>
                </a:tc>
                <a:tc>
                  <a:txBody>
                    <a:bodyPr/>
                    <a:lstStyle/>
                    <a:p>
                      <a:r>
                        <a:rPr lang="en-GB" sz="1100"/>
                        <a:t>Logic to produce “similar deals” based on comparison of bid baskets</a:t>
                      </a:r>
                    </a:p>
                    <a:p>
                      <a:r>
                        <a:rPr lang="en-GB" sz="1100"/>
                        <a:t>Logic to show how prices map vs. peers</a:t>
                      </a:r>
                    </a:p>
                  </a:txBody>
                  <a:tcPr/>
                </a:tc>
                <a:tc>
                  <a:txBody>
                    <a:bodyPr/>
                    <a:lstStyle/>
                    <a:p>
                      <a:r>
                        <a:rPr lang="en-GB" sz="1100"/>
                        <a:t>Does not currently exist</a:t>
                      </a:r>
                    </a:p>
                  </a:txBody>
                  <a:tcPr/>
                </a:tc>
                <a:tc>
                  <a:txBody>
                    <a:bodyPr/>
                    <a:lstStyle/>
                    <a:p>
                      <a:r>
                        <a:rPr lang="en-GB" sz="1100"/>
                        <a:t>Runs daily via automated pipeline on ERP + CRM data</a:t>
                      </a:r>
                      <a:br>
                        <a:rPr lang="en-GB" sz="1100"/>
                      </a:br>
                      <a:r>
                        <a:rPr lang="en-GB" sz="1100"/>
                        <a:t>(most complex</a:t>
                      </a:r>
                    </a:p>
                  </a:txBody>
                  <a:tcPr/>
                </a:tc>
                <a:tc>
                  <a:txBody>
                    <a:bodyPr/>
                    <a:lstStyle/>
                    <a:p>
                      <a:r>
                        <a:rPr lang="en-GB" sz="1100" b="1"/>
                        <a:t>High</a:t>
                      </a:r>
                    </a:p>
                  </a:txBody>
                  <a:tcPr/>
                </a:tc>
                <a:tc>
                  <a:txBody>
                    <a:bodyPr/>
                    <a:lstStyle/>
                    <a:p>
                      <a:r>
                        <a:rPr lang="en-GB" sz="1100"/>
                        <a:t>Pricing team</a:t>
                      </a:r>
                      <a:r>
                        <a:rPr lang="en-GB" sz="1100" baseline="30000"/>
                        <a:t>1</a:t>
                      </a:r>
                      <a:r>
                        <a:rPr lang="en-GB" sz="1100"/>
                        <a:t> maintains with IT support</a:t>
                      </a:r>
                    </a:p>
                  </a:txBody>
                  <a:tcPr/>
                </a:tc>
                <a:extLst>
                  <a:ext uri="{0D108BD9-81ED-4DB2-BD59-A6C34878D82A}">
                    <a16:rowId xmlns:a16="http://schemas.microsoft.com/office/drawing/2014/main" val="2204070989"/>
                  </a:ext>
                </a:extLst>
              </a:tr>
              <a:tr h="484562">
                <a:tc>
                  <a:txBody>
                    <a:bodyPr/>
                    <a:lstStyle/>
                    <a:p>
                      <a:r>
                        <a:rPr lang="en-GB" sz="1100" b="1"/>
                        <a:t>Freight lookups</a:t>
                      </a:r>
                    </a:p>
                  </a:txBody>
                  <a:tcPr>
                    <a:solidFill>
                      <a:schemeClr val="bg1">
                        <a:lumMod val="95000"/>
                      </a:schemeClr>
                    </a:solidFill>
                  </a:tcPr>
                </a:tc>
                <a:tc>
                  <a:txBody>
                    <a:bodyPr/>
                    <a:lstStyle/>
                    <a:p>
                      <a:r>
                        <a:rPr lang="en-GB" sz="1100"/>
                        <a:t>Freight “adder” based on package type/distance</a:t>
                      </a:r>
                    </a:p>
                  </a:txBody>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a:ln>
                            <a:noFill/>
                          </a:ln>
                          <a:solidFill>
                            <a:srgbClr val="000000"/>
                          </a:solidFill>
                          <a:effectLst/>
                          <a:uLnTx/>
                          <a:uFillTx/>
                          <a:latin typeface="Calibri"/>
                          <a:ea typeface="+mn-ea"/>
                          <a:cs typeface="+mn-cs"/>
                        </a:rPr>
                        <a:t>Already exists (flat rate); will be expanded</a:t>
                      </a:r>
                    </a:p>
                  </a:txBody>
                  <a:tcPr/>
                </a:tc>
                <a:tc>
                  <a:txBody>
                    <a:bodyPr/>
                    <a:lstStyle/>
                    <a:p>
                      <a:r>
                        <a:rPr lang="en-GB" sz="1100"/>
                        <a:t>Quarterly</a:t>
                      </a:r>
                    </a:p>
                  </a:txBody>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srgbClr val="000000"/>
                          </a:solidFill>
                          <a:effectLst/>
                          <a:uLnTx/>
                          <a:uFillTx/>
                          <a:latin typeface="Calibri"/>
                          <a:ea typeface="+mn-ea"/>
                          <a:cs typeface="+mn-cs"/>
                        </a:rPr>
                        <a:t>Med</a:t>
                      </a:r>
                    </a:p>
                  </a:txBody>
                  <a:tcPr/>
                </a:tc>
                <a:tc>
                  <a:txBody>
                    <a:bodyPr/>
                    <a:lstStyle/>
                    <a:p>
                      <a:r>
                        <a:rPr lang="en-GB" sz="1100"/>
                        <a:t>Freight working group</a:t>
                      </a:r>
                    </a:p>
                  </a:txBody>
                  <a:tcPr/>
                </a:tc>
                <a:extLst>
                  <a:ext uri="{0D108BD9-81ED-4DB2-BD59-A6C34878D82A}">
                    <a16:rowId xmlns:a16="http://schemas.microsoft.com/office/drawing/2014/main" val="3195671554"/>
                  </a:ext>
                </a:extLst>
              </a:tr>
              <a:tr h="484562">
                <a:tc>
                  <a:txBody>
                    <a:bodyPr/>
                    <a:lstStyle/>
                    <a:p>
                      <a:r>
                        <a:rPr lang="en-GB" sz="1100" b="1"/>
                        <a:t>Package cost lookups</a:t>
                      </a:r>
                    </a:p>
                  </a:txBody>
                  <a:tcPr>
                    <a:solidFill>
                      <a:schemeClr val="bg1">
                        <a:lumMod val="95000"/>
                      </a:schemeClr>
                    </a:solidFill>
                  </a:tcPr>
                </a:tc>
                <a:tc>
                  <a:txBody>
                    <a:bodyPr/>
                    <a:lstStyle/>
                    <a:p>
                      <a:r>
                        <a:rPr lang="en-GB" sz="1100"/>
                        <a:t>Package “adder” based on package type/cost</a:t>
                      </a:r>
                    </a:p>
                  </a:txBody>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a:ln>
                            <a:noFill/>
                          </a:ln>
                          <a:solidFill>
                            <a:srgbClr val="000000"/>
                          </a:solidFill>
                          <a:effectLst/>
                          <a:uLnTx/>
                          <a:uFillTx/>
                          <a:latin typeface="+mn-lt"/>
                          <a:ea typeface="+mn-ea"/>
                          <a:cs typeface="+mn-cs"/>
                        </a:rPr>
                        <a:t>Already exists (flat rate); </a:t>
                      </a:r>
                      <a:r>
                        <a:rPr kumimoji="0" lang="en-GB" sz="1100" b="0" i="0" u="none" strike="noStrike" kern="0" cap="none" spc="0" normalizeH="0" baseline="0" noProof="0">
                          <a:ln>
                            <a:noFill/>
                          </a:ln>
                          <a:solidFill>
                            <a:srgbClr val="000000"/>
                          </a:solidFill>
                          <a:effectLst/>
                          <a:uLnTx/>
                          <a:uFillTx/>
                          <a:latin typeface="Calibri"/>
                          <a:ea typeface="+mn-ea"/>
                          <a:cs typeface="+mn-cs"/>
                        </a:rPr>
                        <a:t>will be expanded</a:t>
                      </a:r>
                    </a:p>
                  </a:txBody>
                  <a:tcPr/>
                </a:tc>
                <a:tc>
                  <a:txBody>
                    <a:bodyPr/>
                    <a:lstStyle/>
                    <a:p>
                      <a:r>
                        <a:rPr lang="en-GB" sz="1100"/>
                        <a:t>Quarterly</a:t>
                      </a:r>
                    </a:p>
                  </a:txBody>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srgbClr val="000000"/>
                          </a:solidFill>
                          <a:effectLst/>
                          <a:uLnTx/>
                          <a:uFillTx/>
                          <a:latin typeface="Calibri"/>
                          <a:ea typeface="+mn-ea"/>
                          <a:cs typeface="+mn-cs"/>
                        </a:rPr>
                        <a:t>Med</a:t>
                      </a:r>
                    </a:p>
                  </a:txBody>
                  <a:tcPr/>
                </a:tc>
                <a:tc>
                  <a:txBody>
                    <a:bodyPr/>
                    <a:lstStyle/>
                    <a:p>
                      <a:r>
                        <a:rPr lang="en-GB" sz="1100"/>
                        <a:t>Packaging working group</a:t>
                      </a:r>
                    </a:p>
                  </a:txBody>
                  <a:tcPr/>
                </a:tc>
                <a:extLst>
                  <a:ext uri="{0D108BD9-81ED-4DB2-BD59-A6C34878D82A}">
                    <a16:rowId xmlns:a16="http://schemas.microsoft.com/office/drawing/2014/main" val="2907014239"/>
                  </a:ext>
                </a:extLst>
              </a:tr>
            </a:tbl>
          </a:graphicData>
        </a:graphic>
      </p:graphicFrame>
      <p:sp>
        <p:nvSpPr>
          <p:cNvPr id="7" name="Footnote">
            <a:extLst>
              <a:ext uri="{FF2B5EF4-FFF2-40B4-BE49-F238E27FC236}">
                <a16:creationId xmlns:a16="http://schemas.microsoft.com/office/drawing/2014/main" id="{19E593E2-D887-7897-18B1-906BF588AD63}"/>
              </a:ext>
            </a:extLst>
          </p:cNvPr>
          <p:cNvSpPr/>
          <p:nvPr/>
        </p:nvSpPr>
        <p:spPr>
          <a:xfrm>
            <a:off x="457200" y="6439614"/>
            <a:ext cx="11277600" cy="123111"/>
          </a:xfrm>
          <a:prstGeom prst="rect">
            <a:avLst/>
          </a:prstGeom>
        </p:spPr>
        <p:txBody>
          <a:bodyPr vert="horz" lIns="0" tIns="0" rIns="0" bIns="0" rtlCol="0" anchor="b" anchorCtr="0">
            <a:spAutoFit/>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rgbClr val="000000"/>
                </a:solidFill>
                <a:effectLst/>
                <a:uLnTx/>
                <a:uFillTx/>
                <a:latin typeface="Calibri"/>
                <a:ea typeface="+mn-ea"/>
                <a:cs typeface="+mn-cs"/>
              </a:rPr>
              <a:t>1. Roles currently under definition and to be finalized by Week 5 for hiring</a:t>
            </a:r>
          </a:p>
        </p:txBody>
      </p:sp>
      <p:sp>
        <p:nvSpPr>
          <p:cNvPr id="3" name="Oval 2">
            <a:extLst>
              <a:ext uri="{FF2B5EF4-FFF2-40B4-BE49-F238E27FC236}">
                <a16:creationId xmlns:a16="http://schemas.microsoft.com/office/drawing/2014/main" id="{830C79C0-C818-E9CF-5C9F-7D2DFB7672AB}"/>
              </a:ext>
            </a:extLst>
          </p:cNvPr>
          <p:cNvSpPr/>
          <p:nvPr/>
        </p:nvSpPr>
        <p:spPr>
          <a:xfrm>
            <a:off x="41563" y="359109"/>
            <a:ext cx="339159" cy="339159"/>
          </a:xfrm>
          <a:prstGeom prst="ellipse">
            <a:avLst/>
          </a:prstGeom>
          <a:solidFill>
            <a:schemeClr val="accent2"/>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a:ln>
                  <a:noFill/>
                </a:ln>
                <a:solidFill>
                  <a:srgbClr val="FFFFFF"/>
                </a:solidFill>
                <a:effectLst/>
                <a:uLnTx/>
                <a:uFillTx/>
                <a:latin typeface="Calibri"/>
                <a:ea typeface="+mn-ea"/>
                <a:cs typeface="+mn-cs"/>
              </a:rPr>
              <a:t>5D</a:t>
            </a:r>
          </a:p>
        </p:txBody>
      </p:sp>
    </p:spTree>
    <p:extLst>
      <p:ext uri="{BB962C8B-B14F-4D97-AF65-F5344CB8AC3E}">
        <p14:creationId xmlns:p14="http://schemas.microsoft.com/office/powerpoint/2010/main" val="40842658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66D4DB92-9012-810C-DF1B-3BD78DE534E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4" name="think-cell data - do not delete" hidden="1">
                        <a:extLst>
                          <a:ext uri="{FF2B5EF4-FFF2-40B4-BE49-F238E27FC236}">
                            <a16:creationId xmlns:a16="http://schemas.microsoft.com/office/drawing/2014/main" id="{66D4DB92-9012-810C-DF1B-3BD78DE534E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6" name="Rectangle 25">
            <a:extLst>
              <a:ext uri="{FF2B5EF4-FFF2-40B4-BE49-F238E27FC236}">
                <a16:creationId xmlns:a16="http://schemas.microsoft.com/office/drawing/2014/main" id="{9B0F9D71-86E5-063B-D007-87EED3F31746}"/>
              </a:ext>
            </a:extLst>
          </p:cNvPr>
          <p:cNvSpPr/>
          <p:nvPr/>
        </p:nvSpPr>
        <p:spPr>
          <a:xfrm>
            <a:off x="380722" y="1269571"/>
            <a:ext cx="5486678" cy="2400642"/>
          </a:xfrm>
          <a:prstGeom prst="rect">
            <a:avLst/>
          </a:prstGeom>
          <a:solidFill>
            <a:schemeClr val="bg1">
              <a:lumMod val="85000"/>
              <a:alpha val="23137"/>
            </a:schemeClr>
          </a:solidFill>
          <a:ln w="9525">
            <a:solidFill>
              <a:schemeClr val="accent3"/>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srgbClr val="000000"/>
              </a:solidFill>
              <a:effectLst/>
              <a:uLnTx/>
              <a:uFillTx/>
              <a:latin typeface="Calibri"/>
              <a:ea typeface="+mn-ea"/>
              <a:cs typeface="+mn-cs"/>
            </a:endParaRPr>
          </a:p>
        </p:txBody>
      </p:sp>
      <p:sp>
        <p:nvSpPr>
          <p:cNvPr id="27" name="Rectangle 26">
            <a:extLst>
              <a:ext uri="{FF2B5EF4-FFF2-40B4-BE49-F238E27FC236}">
                <a16:creationId xmlns:a16="http://schemas.microsoft.com/office/drawing/2014/main" id="{563AD275-450E-394B-2C22-97742920DFE3}"/>
              </a:ext>
            </a:extLst>
          </p:cNvPr>
          <p:cNvSpPr/>
          <p:nvPr/>
        </p:nvSpPr>
        <p:spPr>
          <a:xfrm>
            <a:off x="6248121" y="1269571"/>
            <a:ext cx="5486678" cy="2400642"/>
          </a:xfrm>
          <a:prstGeom prst="rect">
            <a:avLst/>
          </a:prstGeom>
          <a:solidFill>
            <a:schemeClr val="bg1">
              <a:lumMod val="85000"/>
              <a:alpha val="23137"/>
            </a:schemeClr>
          </a:solidFill>
          <a:ln w="9525">
            <a:solidFill>
              <a:schemeClr val="accent3"/>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srgbClr val="000000"/>
              </a:solidFill>
              <a:effectLst/>
              <a:uLnTx/>
              <a:uFillTx/>
              <a:latin typeface="Calibri"/>
              <a:ea typeface="+mn-ea"/>
              <a:cs typeface="+mn-cs"/>
            </a:endParaRPr>
          </a:p>
        </p:txBody>
      </p:sp>
      <p:sp>
        <p:nvSpPr>
          <p:cNvPr id="28" name="Rectangle 27">
            <a:extLst>
              <a:ext uri="{FF2B5EF4-FFF2-40B4-BE49-F238E27FC236}">
                <a16:creationId xmlns:a16="http://schemas.microsoft.com/office/drawing/2014/main" id="{004DCD4A-3619-524F-9EDB-48CDC022E7D1}"/>
              </a:ext>
            </a:extLst>
          </p:cNvPr>
          <p:cNvSpPr/>
          <p:nvPr/>
        </p:nvSpPr>
        <p:spPr>
          <a:xfrm>
            <a:off x="380722" y="3854538"/>
            <a:ext cx="5486678" cy="2400642"/>
          </a:xfrm>
          <a:prstGeom prst="rect">
            <a:avLst/>
          </a:prstGeom>
          <a:solidFill>
            <a:schemeClr val="bg1">
              <a:lumMod val="85000"/>
              <a:alpha val="23137"/>
            </a:schemeClr>
          </a:solidFill>
          <a:ln w="9525">
            <a:solidFill>
              <a:schemeClr val="accent3"/>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srgbClr val="000000"/>
              </a:solidFill>
              <a:effectLst/>
              <a:uLnTx/>
              <a:uFillTx/>
              <a:latin typeface="Calibri"/>
              <a:ea typeface="+mn-ea"/>
              <a:cs typeface="+mn-cs"/>
            </a:endParaRPr>
          </a:p>
        </p:txBody>
      </p:sp>
      <p:sp>
        <p:nvSpPr>
          <p:cNvPr id="29" name="Rectangle 28">
            <a:extLst>
              <a:ext uri="{FF2B5EF4-FFF2-40B4-BE49-F238E27FC236}">
                <a16:creationId xmlns:a16="http://schemas.microsoft.com/office/drawing/2014/main" id="{E14872E7-F159-5B6B-6E7F-1D4B71E4A673}"/>
              </a:ext>
            </a:extLst>
          </p:cNvPr>
          <p:cNvSpPr/>
          <p:nvPr/>
        </p:nvSpPr>
        <p:spPr>
          <a:xfrm>
            <a:off x="6248121" y="3849624"/>
            <a:ext cx="5486678" cy="2400642"/>
          </a:xfrm>
          <a:prstGeom prst="rect">
            <a:avLst/>
          </a:prstGeom>
          <a:solidFill>
            <a:schemeClr val="bg1">
              <a:lumMod val="85000"/>
              <a:alpha val="23137"/>
            </a:schemeClr>
          </a:solidFill>
          <a:ln w="9525">
            <a:solidFill>
              <a:schemeClr val="accent3"/>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srgbClr val="000000"/>
              </a:solidFill>
              <a:effectLst/>
              <a:uLnTx/>
              <a:uFillTx/>
              <a:latin typeface="Calibri"/>
              <a:ea typeface="+mn-ea"/>
              <a:cs typeface="+mn-cs"/>
            </a:endParaRPr>
          </a:p>
        </p:txBody>
      </p:sp>
      <p:sp>
        <p:nvSpPr>
          <p:cNvPr id="2" name="Title 1">
            <a:extLst>
              <a:ext uri="{FF2B5EF4-FFF2-40B4-BE49-F238E27FC236}">
                <a16:creationId xmlns:a16="http://schemas.microsoft.com/office/drawing/2014/main" id="{E104B625-C534-EE87-C9B3-C8915484DA44}"/>
              </a:ext>
            </a:extLst>
          </p:cNvPr>
          <p:cNvSpPr>
            <a:spLocks noGrp="1"/>
          </p:cNvSpPr>
          <p:nvPr>
            <p:ph type="title"/>
          </p:nvPr>
        </p:nvSpPr>
        <p:spPr/>
        <p:txBody>
          <a:bodyPr vert="horz"/>
          <a:lstStyle/>
          <a:p>
            <a:r>
              <a:rPr lang="en-GB">
                <a:solidFill>
                  <a:schemeClr val="accent2"/>
                </a:solidFill>
              </a:rPr>
              <a:t>Other nonfunctional parameters:</a:t>
            </a:r>
            <a:r>
              <a:rPr lang="en-GB"/>
              <a:t> Constraints, security, access, maintenance…</a:t>
            </a:r>
          </a:p>
        </p:txBody>
      </p:sp>
      <p:sp>
        <p:nvSpPr>
          <p:cNvPr id="17" name="Text Placeholder 16">
            <a:extLst>
              <a:ext uri="{FF2B5EF4-FFF2-40B4-BE49-F238E27FC236}">
                <a16:creationId xmlns:a16="http://schemas.microsoft.com/office/drawing/2014/main" id="{649D9BE5-8BF5-C131-6849-F64CC0489ABC}"/>
              </a:ext>
            </a:extLst>
          </p:cNvPr>
          <p:cNvSpPr>
            <a:spLocks noGrp="1"/>
          </p:cNvSpPr>
          <p:nvPr>
            <p:ph type="body" idx="10"/>
          </p:nvPr>
        </p:nvSpPr>
        <p:spPr/>
        <p:txBody>
          <a:bodyPr/>
          <a:lstStyle/>
          <a:p>
            <a:r>
              <a:rPr lang="en-GB" sz="1600">
                <a:latin typeface="+mj-lt"/>
              </a:rPr>
              <a:t>Access and usability</a:t>
            </a:r>
          </a:p>
        </p:txBody>
      </p:sp>
      <p:sp>
        <p:nvSpPr>
          <p:cNvPr id="3" name="Content Placeholder 2">
            <a:extLst>
              <a:ext uri="{FF2B5EF4-FFF2-40B4-BE49-F238E27FC236}">
                <a16:creationId xmlns:a16="http://schemas.microsoft.com/office/drawing/2014/main" id="{12DDBFBB-2BFD-194E-0013-71E8027386EF}"/>
              </a:ext>
            </a:extLst>
          </p:cNvPr>
          <p:cNvSpPr>
            <a:spLocks noGrp="1"/>
          </p:cNvSpPr>
          <p:nvPr>
            <p:ph sz="quarter" idx="11"/>
          </p:nvPr>
        </p:nvSpPr>
        <p:spPr/>
        <p:txBody>
          <a:bodyPr/>
          <a:lstStyle/>
          <a:p>
            <a:r>
              <a:rPr lang="en-GB"/>
              <a:t>Tool will be accessible in CRM and usable on desktop and mobile</a:t>
            </a:r>
          </a:p>
          <a:p>
            <a:r>
              <a:rPr lang="en-GB"/>
              <a:t>Experience will remain simple and responsive for reps and approvers</a:t>
            </a:r>
          </a:p>
        </p:txBody>
      </p:sp>
      <p:sp>
        <p:nvSpPr>
          <p:cNvPr id="19" name="Text Placeholder 18">
            <a:extLst>
              <a:ext uri="{FF2B5EF4-FFF2-40B4-BE49-F238E27FC236}">
                <a16:creationId xmlns:a16="http://schemas.microsoft.com/office/drawing/2014/main" id="{3DC8ECB4-5C69-9748-A3FA-387C5AED4CAA}"/>
              </a:ext>
            </a:extLst>
          </p:cNvPr>
          <p:cNvSpPr>
            <a:spLocks noGrp="1"/>
          </p:cNvSpPr>
          <p:nvPr>
            <p:ph type="body" idx="13"/>
          </p:nvPr>
        </p:nvSpPr>
        <p:spPr/>
        <p:txBody>
          <a:bodyPr/>
          <a:lstStyle/>
          <a:p>
            <a:r>
              <a:rPr lang="en-GB" sz="1600">
                <a:latin typeface="+mj-lt"/>
              </a:rPr>
              <a:t>Data refresh and latency</a:t>
            </a:r>
          </a:p>
        </p:txBody>
      </p:sp>
      <p:sp>
        <p:nvSpPr>
          <p:cNvPr id="18" name="Content Placeholder 17">
            <a:extLst>
              <a:ext uri="{FF2B5EF4-FFF2-40B4-BE49-F238E27FC236}">
                <a16:creationId xmlns:a16="http://schemas.microsoft.com/office/drawing/2014/main" id="{081B68CA-810C-B94A-50A5-A2438C6620D2}"/>
              </a:ext>
            </a:extLst>
          </p:cNvPr>
          <p:cNvSpPr>
            <a:spLocks noGrp="1"/>
          </p:cNvSpPr>
          <p:nvPr>
            <p:ph sz="quarter" idx="12"/>
          </p:nvPr>
        </p:nvSpPr>
        <p:spPr/>
        <p:txBody>
          <a:bodyPr/>
          <a:lstStyle/>
          <a:p>
            <a:r>
              <a:rPr lang="en-GB"/>
              <a:t>Data pipelines will run on a scheduled basis, at minimum weekly</a:t>
            </a:r>
          </a:p>
          <a:p>
            <a:r>
              <a:rPr lang="en-GB"/>
              <a:t>Tool will clearly distinguish live workflow data from scheduled analytical outputs</a:t>
            </a:r>
          </a:p>
        </p:txBody>
      </p:sp>
      <p:sp>
        <p:nvSpPr>
          <p:cNvPr id="21" name="Text Placeholder 20">
            <a:extLst>
              <a:ext uri="{FF2B5EF4-FFF2-40B4-BE49-F238E27FC236}">
                <a16:creationId xmlns:a16="http://schemas.microsoft.com/office/drawing/2014/main" id="{E49B6733-8674-5D18-42DA-DBFDA5E54417}"/>
              </a:ext>
            </a:extLst>
          </p:cNvPr>
          <p:cNvSpPr>
            <a:spLocks noGrp="1"/>
          </p:cNvSpPr>
          <p:nvPr>
            <p:ph type="body" idx="15"/>
          </p:nvPr>
        </p:nvSpPr>
        <p:spPr/>
        <p:txBody>
          <a:bodyPr/>
          <a:lstStyle/>
          <a:p>
            <a:r>
              <a:rPr lang="en-GB" sz="1600">
                <a:latin typeface="+mj-lt"/>
              </a:rPr>
              <a:t>Security and controls</a:t>
            </a:r>
          </a:p>
        </p:txBody>
      </p:sp>
      <p:sp>
        <p:nvSpPr>
          <p:cNvPr id="20" name="Content Placeholder 19">
            <a:extLst>
              <a:ext uri="{FF2B5EF4-FFF2-40B4-BE49-F238E27FC236}">
                <a16:creationId xmlns:a16="http://schemas.microsoft.com/office/drawing/2014/main" id="{F37C2F29-9F9C-2840-BB2D-ED626676E015}"/>
              </a:ext>
            </a:extLst>
          </p:cNvPr>
          <p:cNvSpPr>
            <a:spLocks noGrp="1"/>
          </p:cNvSpPr>
          <p:nvPr>
            <p:ph sz="quarter" idx="14"/>
          </p:nvPr>
        </p:nvSpPr>
        <p:spPr/>
        <p:txBody>
          <a:bodyPr/>
          <a:lstStyle/>
          <a:p>
            <a:r>
              <a:rPr lang="en-GB" b="1"/>
              <a:t>Security:</a:t>
            </a:r>
            <a:r>
              <a:rPr lang="en-GB"/>
              <a:t> </a:t>
            </a:r>
          </a:p>
          <a:p>
            <a:pPr lvl="1"/>
            <a:r>
              <a:rPr lang="en-GB"/>
              <a:t>The tool will inherit existing Dynamics / Dataverse role-based permissions</a:t>
            </a:r>
          </a:p>
          <a:p>
            <a:pPr lvl="1"/>
            <a:r>
              <a:rPr lang="en-GB"/>
              <a:t>Users will only access records, actions, and approvals within their authorized scope</a:t>
            </a:r>
          </a:p>
          <a:p>
            <a:r>
              <a:rPr lang="en-GB" b="1"/>
              <a:t>Control:</a:t>
            </a:r>
            <a:r>
              <a:rPr lang="en-GB"/>
              <a:t> Pricing and approval changes will maintain an auditable record</a:t>
            </a:r>
          </a:p>
        </p:txBody>
      </p:sp>
      <p:sp>
        <p:nvSpPr>
          <p:cNvPr id="23" name="Text Placeholder 22">
            <a:extLst>
              <a:ext uri="{FF2B5EF4-FFF2-40B4-BE49-F238E27FC236}">
                <a16:creationId xmlns:a16="http://schemas.microsoft.com/office/drawing/2014/main" id="{862076C3-1B80-2875-1F2C-EA1CF2D2EA50}"/>
              </a:ext>
            </a:extLst>
          </p:cNvPr>
          <p:cNvSpPr>
            <a:spLocks noGrp="1"/>
          </p:cNvSpPr>
          <p:nvPr>
            <p:ph type="body" idx="17"/>
          </p:nvPr>
        </p:nvSpPr>
        <p:spPr/>
        <p:txBody>
          <a:bodyPr/>
          <a:lstStyle/>
          <a:p>
            <a:r>
              <a:rPr lang="en-GB" sz="1600">
                <a:latin typeface="+mj-lt"/>
              </a:rPr>
              <a:t>Performance and supportability</a:t>
            </a:r>
          </a:p>
        </p:txBody>
      </p:sp>
      <p:sp>
        <p:nvSpPr>
          <p:cNvPr id="22" name="Content Placeholder 21">
            <a:extLst>
              <a:ext uri="{FF2B5EF4-FFF2-40B4-BE49-F238E27FC236}">
                <a16:creationId xmlns:a16="http://schemas.microsoft.com/office/drawing/2014/main" id="{D6444A38-11F9-0D93-95DA-E88E2E87E05E}"/>
              </a:ext>
            </a:extLst>
          </p:cNvPr>
          <p:cNvSpPr>
            <a:spLocks noGrp="1"/>
          </p:cNvSpPr>
          <p:nvPr>
            <p:ph sz="quarter" idx="16"/>
          </p:nvPr>
        </p:nvSpPr>
        <p:spPr/>
        <p:txBody>
          <a:bodyPr/>
          <a:lstStyle/>
          <a:p>
            <a:r>
              <a:rPr lang="en-GB"/>
              <a:t>Core workflows will use native Dynamics workflows and in line with user expectations for Dynamics-based tools</a:t>
            </a:r>
          </a:p>
          <a:p>
            <a:r>
              <a:rPr lang="en-GB"/>
              <a:t>The Solution avoids impacting source systems</a:t>
            </a:r>
          </a:p>
          <a:p>
            <a:r>
              <a:rPr lang="en-GB"/>
              <a:t>Business rules and reference tables will be maintainable without rebuilding the tool</a:t>
            </a:r>
          </a:p>
        </p:txBody>
      </p:sp>
      <p:sp>
        <p:nvSpPr>
          <p:cNvPr id="16" name="Oval 15">
            <a:extLst>
              <a:ext uri="{FF2B5EF4-FFF2-40B4-BE49-F238E27FC236}">
                <a16:creationId xmlns:a16="http://schemas.microsoft.com/office/drawing/2014/main" id="{4176222C-6F10-5AC3-A890-7DCEBF15C516}"/>
              </a:ext>
            </a:extLst>
          </p:cNvPr>
          <p:cNvSpPr/>
          <p:nvPr/>
        </p:nvSpPr>
        <p:spPr>
          <a:xfrm>
            <a:off x="41563" y="359109"/>
            <a:ext cx="339159" cy="339159"/>
          </a:xfrm>
          <a:prstGeom prst="ellipse">
            <a:avLst/>
          </a:prstGeom>
          <a:solidFill>
            <a:schemeClr val="accent2"/>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a:ln>
                  <a:noFill/>
                </a:ln>
                <a:solidFill>
                  <a:srgbClr val="FFFFFF"/>
                </a:solidFill>
                <a:effectLst/>
                <a:uLnTx/>
                <a:uFillTx/>
                <a:latin typeface="Calibri"/>
                <a:ea typeface="+mn-ea"/>
                <a:cs typeface="+mn-cs"/>
              </a:rPr>
              <a:t>5E</a:t>
            </a:r>
          </a:p>
        </p:txBody>
      </p:sp>
    </p:spTree>
    <p:extLst>
      <p:ext uri="{BB962C8B-B14F-4D97-AF65-F5344CB8AC3E}">
        <p14:creationId xmlns:p14="http://schemas.microsoft.com/office/powerpoint/2010/main" val="150960090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TP_TOOLSPOWERPOINTCONFIGV2" val="{&quot;ConfigName&quot;:&quot;OW 2026&quot;,&quot;BracketAndBrace&quot;:{&quot;Brace&quot;:{&quot;Line&quot;:{&quot;Visible&quot;:true,&quot;Color&quot;:[{&quot;Source&quot;:2,&quot;Data&quot;:&quot;msoThemeColorText1&quot;}],&quot;Width&quot;:0.75},&quot;Width&quot;:14.4,&quot;Height&quot;:144.0,&quot;Adjustments&quot;:[0.5],&quot;AdjustmentsString&quot;:&quot;1&quot;},&quot;Bracket&quot;:{&quot;Line&quot;:{&quot;Visible&quot;:true,&quot;Color&quot;:[{&quot;Source&quot;:2,&quot;Data&quot;:&quot;msoThemeColorText1&quot;}],&quot;Width&quot;:0.75},&quot;Width&quot;:7.2,&quot;Height&quot;:144.0,&quot;Adjustments&quot;:[1.0],&quot;AdjustmentsString&quot;:&quot;1&quot;}},&quot;CalloutOutline&quot;:{&quot;Line&quot;:{&quot;Visible&quot;:false,&quot;Color&quot;:[{&quot;Source&quot;:0,&quot;Data&quot;:&quot;Neutral 250&quot;},{&quot;Source&quot;:1,&quot;Data&quot;:&quot;0xEEF3F7&quot;}],&quot;Width&quot;:0.75},&quot;FillColor&quot;:[{&quot;Source&quot;:0,&quot;Data&quot;:&quot;Neutral 250&quot;},{&quot;Source&quot;:1,&quot;Data&quot;:&quot;0xEEF3F7&quot;}],&quot;Font&quot;:{&quot;Color&quot;:[{&quot;Source&quot;:2,&quot;Data&quot;:&quot;msoThemeColorText1&quot;}],&quot;Name&quot;:&quot;+mn-lt&quot;,&quot;Style&quot;:0,&quot;Size&quot;:12}},&quot;Caret&quot;:{&quot;FillColor&quot;:[],&quot;LineColor&quot;:[{&quot;Source&quot;:2,&quot;Data&quot;:&quot;msoThemeColorText1&quot;}],&quot;SmallCaretLineWeight&quot;:1.5,&quot;LargeCaretLineWeight&quot;:2.25},&quot;Lines&quot;:{&quot;LineColor&quot;:[{&quot;Source&quot;:2,&quot;Data&quot;:&quot;msoThemeColorText1&quot;}],&quot;LineWidth&quot;:0.75},&quot;Circle&quot;:{&quot;Offset&quot;:&quot;-5, 6&quot;,&quot;Font&quot;:{&quot;Color&quot;:[{&quot;Source&quot;:2,&quot;Data&quot;:&quot;msoThemeColorBackground1&quot;}],&quot;Name&quot;:&quot;+mn-lt&quot;,&quot;Style&quot;:0,&quot;Size&quot;:10},&quot;FillColor&quot;:[{&quot;Source&quot;:2,&quot;Data&quot;:&quot;msoThemeColorText1&quot;}],&quot;Line&quot;:{&quot;Visible&quot;:true,&quot;Color&quot;:[{&quot;Source&quot;:2,&quot;Data&quot;:&quot;msoThemeColorText1&quot;}],&quot;Width&quot;:0.75}},&quot;CrossTick&quot;:{&quot;Cross&quot;:{&quot;Visible&quot;:true,&quot;Color&quot;:[{&quot;Source&quot;:0,&quot;Data&quot;:&quot;Warning Red&quot;},{&quot;Source&quot;:2,&quot;Data&quot;:&quot;msoThemeColorText1&quot;}],&quot;Width&quot;:1.5},&quot;Tick&quot;:{&quot;Visible&quot;:true,&quot;Color&quot;:[{&quot;Source&quot;:0,&quot;Data&quot;:&quot;Green 750&quot;},{&quot;Source&quot;:2,&quot;Data&quot;:&quot;msoThemeColorText1&quot;}],&quot;Width&quot;:1.5}},&quot;Highlight&quot;:{&quot;Line&quot;:{&quot;Visible&quot;:true,&quot;Color&quot;:[{&quot;Source&quot;:0,&quot;Data&quot;:&quot;Gold 750&quot;},{&quot;Source&quot;:1,&quot;Data&quot;:&quot;0xFFBF00&quot;}],&quot;Width&quot;:1.5},&quot;Font&quot;:{&quot;Color&quot;:[{&quot;Source&quot;:0,&quot;Data&quot;:&quot;Gold 750&quot;},{&quot;Source&quot;:1,&quot;Data&quot;:&quot;0xFFBF00&quot;}],&quot;Name&quot;:&quot;+mn-lt&quot;,&quot;Style&quot;:1,&quot;Size&quot;:10},&quot;Alignment&quot;:1,&quot;VerticalAnchor&quot;:1},&quot;Title&quot;:{&quot;SubTitle&quot;:{&quot;Font&quot;:{&quot;Color&quot;:[{&quot;Source&quot;:2,&quot;Data&quot;:&quot;msoThemeColorText1&quot;}],&quot;Name&quot;:&quot;+mn-lt&quot;,&quot;Style&quot;:0,&quot;Size&quot;:14},&quot;AllCaps&quot;:false}},&quot;Headings&quot;:{&quot;Heading&quot;:{&quot;Font&quot;:{&quot;Color&quot;:[{&quot;Source&quot;:2,&quot;Data&quot;:&quot;msoThemeColorText1&quot;}],&quot;Name&quot;:&quot;+mn-lt&quot;,&quot;Style&quot;:2,&quot;Size&quot;:12}},&quot;Subheading&quot;:{&quot;Font&quot;:{&quot;Color&quot;:[{&quot;Source&quot;:2,&quot;Data&quot;:&quot;msoThemeColorText1&quot;}],&quot;Name&quot;:&quot;+mn-lt&quot;,&quot;Style&quot;:0,&quot;Size&quot;:12}}},&quot;Conclusion&quot;:{&quot;Fill&quot;:{&quot;FillType&quot;:0,&quot;Color&quot;:[]},&quot;VisibleBorders&quot;:[2],&quot;Line&quot;:{&quot;Visible&quot;:true,&quot;Color&quot;:[{&quot;Source&quot;:0,&quot;Data&quot;:&quot;Gold 750&quot;},{&quot;Source&quot;:1,&quot;Data&quot;:&quot;0xFFBF00&quot;}],&quot;Width&quot;:1.5},&quot;Font&quot;:{&quot;Color&quot;:[{&quot;Source&quot;:2,&quot;Data&quot;:&quot;msoThemeColorText1&quot;}],&quot;Name&quot;:&quot;+mj-lt&quot;,&quot;Style&quot;:0,&quot;Size&quot;:18}},&quot;FootNote&quot;:{&quot;Font&quot;:{&quot;Color&quot;:[{&quot;Source&quot;:2,&quot;Data&quot;:&quot;msoThemeColorText1&quot;}],&quot;Name&quot;:&quot;+mn-lt&quot;,&quot;Style&quot;:0,&quot;Size&quot;:8},&quot;VerticalAnchor&quot;:4},&quot;Bullet&quot;:{&quot;List1Level&quot;:2,&quot;List2Level&quot;:3,&quot;List3Level&quot;:4,&quot;List4Level&quot;:5},&quot;TableSettings&quot;:{&quot;Heading&quot;:{&quot;Font&quot;:{&quot;Color&quot;:[{&quot;Source&quot;:2,&quot;Data&quot;:&quot;msoThemeColorText1&quot;}],&quot;Name&quot;:&quot;+mn-lt&quot;,&quot;Style&quot;:2,&quot;Size&quot;:null},&quot;Alignment&quot;:1,&quot;VerticalAnchor&quot;:4},&quot;RowHeading&quot;:{&quot;Font&quot;:{&quot;Color&quot;:[{&quot;Source&quot;:2,&quot;Data&quot;:&quot;msoThemeColorText1&quot;}],&quot;Name&quot;:&quot;+mn-lt&quot;,&quot;Style&quot;:2,&quot;Size&quot;:null},&quot;Alignment&quot;:1,&quot;VerticalAnchor&quot;:1},&quot;Text&quot;:{&quot;Font&quot;:{&quot;Color&quot;:[{&quot;Source&quot;:2,&quot;Data&quot;:&quot;msoThemeColorText1&quot;}],&quot;Name&quot;:&quot;+mn-lt&quot;,&quot;Style&quot;:0,&quot;Size&quot;:null},&quot;Alignment&quot;:1,&quot;VerticalAnchor&quot;:1},&quot;Lines&quot;:{&quot;Visible&quot;:true,&quot;Color&quot;:[{&quot;Source&quot;:2,&quot;Data&quot;:&quot;msoThemeColorText1&quot;}],&quot;Width&quot;:0.75}},&quot;Harvey&quot;:{&quot;Lines&quot;:{&quot;Visible&quot;:true,&quot;Color&quot;:[{&quot;Source&quot;:2,&quot;Data&quot;:&quot;msoThemeColorText1&quot;}],&quot;Width&quot;:0.75},&quot;ArcFill&quot;:[{&quot;Source&quot;:2,&quot;Data&quot;:&quot;msoThemeColorText1&quot;}],&quot;BallFill&quot;:[{&quot;Source&quot;:2,&quot;Data&quot;:&quot;msoThemeColorBackground1&quot;}]},&quot;Label&quot;:{&quot;Font&quot;:{&quot;Color&quot;:[{&quot;Source&quot;:2,&quot;Data&quot;:&quot;msoThemeColorAccent1&quot;}],&quot;Name&quot;:&quot;+mn-lt&quot;,&quot;Style&quot;:0,&quot;Size&quot;:8},&quot;Line&quot;:{&quot;Visible&quot;:true,&quot;Color&quot;:[{&quot;Source&quot;:2,&quot;Data&quot;:&quot;msoThemeColorAccent1&quot;}],&quot;Width&quot;:0.75},&quot;Fill&quot;:{&quot;FillType&quot;:0,&quot;Color&quot;:[]}},&quot;Ghost&quot;:{&quot;Font&quot;:{&quot;Color&quot;:[{&quot;Source&quot;:0,&quot;Data&quot;:&quot;Neutral 500&quot;},{&quot;Source&quot;:1,&quot;Data&quot;:&quot;0xB1B6B9&quot;}],&quot;Name&quot;:&quot;+mn-lt&quot;,&quot;Style&quot;:0,&quot;Size&quot;:10}}}"/>
  <p:tag name="DTP_TOOLSPOWERPOINTCONFIG" val="{&quot;ConfigName&quot;:&quot;OW 2026&quot;,&quot;BracketAndBrace&quot;:{&quot;Brace&quot;:{&quot;Line&quot;:{&quot;Visible&quot;:true,&quot;Color&quot;:[{&quot;Source&quot;:2,&quot;Data&quot;:&quot;msoThemeColorText1&quot;}],&quot;Width&quot;:0.75},&quot;Width&quot;:14.4,&quot;Height&quot;:144.0,&quot;Adjustments&quot;:[1.0],&quot;AdjustmentsString&quot;:&quot;1&quot;},&quot;Bracket&quot;:{&quot;Line&quot;:{&quot;Visible&quot;:true,&quot;Color&quot;:[{&quot;Source&quot;:2,&quot;Data&quot;:&quot;msoThemeColorText1&quot;}],&quot;Width&quot;:0.75},&quot;Width&quot;:7.2,&quot;Height&quot;:144.0,&quot;Adjustments&quot;:[1.0],&quot;AdjustmentsString&quot;:&quot;1&quot;}},&quot;CalloutOutline&quot;:{&quot;Line&quot;:{&quot;Visible&quot;:false,&quot;Color&quot;:[{&quot;Source&quot;:0,&quot;Data&quot;:&quot;Neutral 250&quot;},{&quot;Source&quot;:1,&quot;Data&quot;:&quot;0xEEF3F7&quot;}],&quot;Width&quot;:0.75},&quot;FillColor&quot;:[{&quot;Source&quot;:0,&quot;Data&quot;:&quot;Neutral 250&quot;},{&quot;Source&quot;:1,&quot;Data&quot;:&quot;0xEEF3F7&quot;}],&quot;Font&quot;:{&quot;Color&quot;:[{&quot;Source&quot;:2,&quot;Data&quot;:&quot;msoThemeColorText1&quot;}],&quot;Name&quot;:&quot;+mn-lt&quot;,&quot;Style&quot;:0,&quot;Size&quot;:12}},&quot;Caret&quot;:{&quot;FillColor&quot;:[],&quot;LineColor&quot;:[{&quot;Source&quot;:2,&quot;Data&quot;:&quot;msoThemeColorText1&quot;}],&quot;SmallCaretLineWeight&quot;:1.5,&quot;LargeCaretLineWeight&quot;:2.25},&quot;Lines&quot;:{&quot;LineColor&quot;:[{&quot;Source&quot;:2,&quot;Data&quot;:&quot;msoThemeColorText1&quot;}],&quot;LineWidth&quot;:0.75},&quot;Circle&quot;:{&quot;Offset&quot;:&quot;-5, 6&quot;,&quot;Font&quot;:{&quot;Color&quot;:[{&quot;Source&quot;:2,&quot;Data&quot;:&quot;msoThemeColorBackground1&quot;}],&quot;Name&quot;:&quot;+mn-lt&quot;,&quot;Style&quot;:0,&quot;Size&quot;:10},&quot;FillColor&quot;:[{&quot;Source&quot;:2,&quot;Data&quot;:&quot;msoThemeColorText1&quot;}],&quot;Line&quot;:{&quot;Visible&quot;:true,&quot;Color&quot;:[{&quot;Source&quot;:2,&quot;Data&quot;:&quot;msoThemeColorText1&quot;}],&quot;Width&quot;:0.75}},&quot;CrossTick&quot;:{&quot;Cross&quot;:{&quot;Visible&quot;:true,&quot;Color&quot;:[{&quot;Source&quot;:0,&quot;Data&quot;:&quot;Warning Red&quot;},{&quot;Source&quot;:2,&quot;Data&quot;:&quot;msoThemeColorText1&quot;}],&quot;Width&quot;:1.5},&quot;Tick&quot;:{&quot;Visible&quot;:true,&quot;Color&quot;:[{&quot;Source&quot;:0,&quot;Data&quot;:&quot;Green 750&quot;},{&quot;Source&quot;:2,&quot;Data&quot;:&quot;msoThemeColorText1&quot;}],&quot;Width&quot;:1.5}},&quot;Highlight&quot;:{&quot;Line&quot;:{&quot;Visible&quot;:true,&quot;Color&quot;:[{&quot;Source&quot;:0,&quot;Data&quot;:&quot;Gold 750&quot;},{&quot;Source&quot;:1,&quot;Data&quot;:&quot;0xFFBF00&quot;}],&quot;Width&quot;:1.5},&quot;Font&quot;:{&quot;Color&quot;:[{&quot;Source&quot;:0,&quot;Data&quot;:&quot;Gold 750&quot;},{&quot;Source&quot;:1,&quot;Data&quot;:&quot;0xFFBF00&quot;}],&quot;Name&quot;:&quot;+mn-lt&quot;,&quot;Style&quot;:1,&quot;Size&quot;:10},&quot;Alignment&quot;:1,&quot;VerticalAnchor&quot;:1},&quot;Title&quot;:{&quot;SubTitle&quot;:{&quot;Font&quot;:{&quot;Color&quot;:[{&quot;Source&quot;:2,&quot;Data&quot;:&quot;msoThemeColorText1&quot;}],&quot;Name&quot;:&quot;+mn-lt&quot;,&quot;Style&quot;:0,&quot;Size&quot;:14},&quot;AllCaps&quot;:false}},&quot;Headings&quot;:{&quot;Heading&quot;:{&quot;Font&quot;:{&quot;Color&quot;:[{&quot;Source&quot;:2,&quot;Data&quot;:&quot;msoThemeColorText1&quot;}],&quot;Name&quot;:&quot;+mn-lt&quot;,&quot;Style&quot;:2,&quot;Size&quot;:12}},&quot;Subheading&quot;:{&quot;Font&quot;:{&quot;Color&quot;:[{&quot;Source&quot;:2,&quot;Data&quot;:&quot;msoThemeColorText1&quot;}],&quot;Name&quot;:&quot;+mn-lt&quot;,&quot;Style&quot;:0,&quot;Size&quot;:12}}},&quot;Conclusion&quot;:{&quot;Fill&quot;:{&quot;FillType&quot;:0,&quot;Color&quot;:[]},&quot;VisibleBorders&quot;:[2],&quot;Line&quot;:{&quot;Visible&quot;:true,&quot;Color&quot;:[{&quot;Source&quot;:0,&quot;Data&quot;:&quot;Gold 750&quot;},{&quot;Source&quot;:1,&quot;Data&quot;:&quot;0xFFBF00&quot;}],&quot;Width&quot;:1.5},&quot;Font&quot;:{&quot;Color&quot;:[{&quot;Source&quot;:2,&quot;Data&quot;:&quot;msoThemeColorText1&quot;}],&quot;Name&quot;:&quot;+mj-lt&quot;,&quot;Style&quot;:0,&quot;Size&quot;:18}},&quot;FootNote&quot;:{&quot;Font&quot;:{&quot;Color&quot;:[{&quot;Source&quot;:2,&quot;Data&quot;:&quot;msoThemeColorText1&quot;}],&quot;Name&quot;:&quot;+mn-lt&quot;,&quot;Style&quot;:0,&quot;Size&quot;:8},&quot;VerticalAnchor&quot;:4},&quot;Bullet&quot;:{&quot;List1Level&quot;:2,&quot;List2Level&quot;:3,&quot;List3Level&quot;:4,&quot;List4Level&quot;:5},&quot;TableSettings&quot;:{&quot;Heading&quot;:{&quot;Font&quot;:{&quot;Color&quot;:[{&quot;Source&quot;:2,&quot;Data&quot;:&quot;msoThemeColorText1&quot;}],&quot;Name&quot;:&quot;+mn-lt&quot;,&quot;Style&quot;:2,&quot;Size&quot;:null},&quot;Alignment&quot;:1,&quot;VerticalAnchor&quot;:4},&quot;RowHeading&quot;:{&quot;Font&quot;:{&quot;Color&quot;:[{&quot;Source&quot;:2,&quot;Data&quot;:&quot;msoThemeColorText1&quot;}],&quot;Name&quot;:&quot;+mn-lt&quot;,&quot;Style&quot;:2,&quot;Size&quot;:null},&quot;Alignment&quot;:1,&quot;VerticalAnchor&quot;:1},&quot;Text&quot;:{&quot;Font&quot;:{&quot;Color&quot;:[{&quot;Source&quot;:2,&quot;Data&quot;:&quot;msoThemeColorText1&quot;}],&quot;Name&quot;:&quot;+mn-lt&quot;,&quot;Style&quot;:0,&quot;Size&quot;:null},&quot;Alignment&quot;:1,&quot;VerticalAnchor&quot;:1},&quot;Lines&quot;:{&quot;Visible&quot;:true,&quot;Color&quot;:[{&quot;Source&quot;:2,&quot;Data&quot;:&quot;msoThemeColorText1&quot;}],&quot;Width&quot;:0.75}},&quot;Harvey&quot;:{&quot;Lines&quot;:{&quot;Visible&quot;:true,&quot;Color&quot;:[{&quot;Source&quot;:2,&quot;Data&quot;:&quot;msoThemeColorText1&quot;}],&quot;Width&quot;:0.75},&quot;ArcFill&quot;:[{&quot;Source&quot;:2,&quot;Data&quot;:&quot;msoThemeColorText1&quot;}],&quot;BallFill&quot;:[{&quot;Source&quot;:2,&quot;Data&quot;:&quot;msoThemeColorBackground1&quot;}]},&quot;Label&quot;:{&quot;Font&quot;:{&quot;Color&quot;:[{&quot;Source&quot;:2,&quot;Data&quot;:&quot;msoThemeColorAccent1&quot;}],&quot;Name&quot;:&quot;+mn-lt&quot;,&quot;Style&quot;:0,&quot;Size&quot;:8},&quot;Line&quot;:{&quot;Visible&quot;:true,&quot;Color&quot;:[{&quot;Source&quot;:2,&quot;Data&quot;:&quot;msoThemeColorAccent1&quot;}],&quot;Width&quot;:0.75}},&quot;Ghost&quot;:{&quot;Font&quot;:{&quot;Color&quot;:[{&quot;Source&quot;:0,&quot;Data&quot;:&quot;Neutral 500&quot;},{&quot;Source&quot;:1,&quot;Data&quot;:&quot;0xB1B6B9&quot;}],&quot;Name&quot;:&quot;+mn-lt&quot;,&quot;Style&quot;:0,&quot;Size&quot;:1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OOLS_METADATA_OBJECT" val="{&quot;PositionLocked&quot;:false,&quot;CanBeHidden&quot;:fals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Oliver Wyman">
  <a:themeElements>
    <a:clrScheme name="Oliver Wyman">
      <a:dk1>
        <a:srgbClr val="000000"/>
      </a:dk1>
      <a:lt1>
        <a:srgbClr val="FFFFFF"/>
      </a:lt1>
      <a:dk2>
        <a:srgbClr val="000000"/>
      </a:dk2>
      <a:lt2>
        <a:srgbClr val="FFFFFF"/>
      </a:lt2>
      <a:accent1>
        <a:srgbClr val="002C77"/>
      </a:accent1>
      <a:accent2>
        <a:srgbClr val="009DE0"/>
      </a:accent2>
      <a:accent3>
        <a:srgbClr val="949494"/>
      </a:accent3>
      <a:accent4>
        <a:srgbClr val="DADADA"/>
      </a:accent4>
      <a:accent5>
        <a:srgbClr val="275D38"/>
      </a:accent5>
      <a:accent6>
        <a:srgbClr val="00AC41"/>
      </a:accent6>
      <a:hlink>
        <a:srgbClr val="2C6EF2"/>
      </a:hlink>
      <a:folHlink>
        <a:srgbClr val="2C6EF2"/>
      </a:folHlink>
    </a:clrScheme>
    <a:fontScheme name="Oliver Wyman">
      <a:majorFont>
        <a:latin typeface="MMC Display Condensed"/>
        <a:ea typeface=""/>
        <a:cs typeface=""/>
        <a:font script="Jpan" typeface="Meiryo"/>
        <a:font script="Hang" typeface="맑은 고딕"/>
        <a:font script="Hans" typeface="Microsoft YaHei"/>
        <a:font script="Hant" typeface="Microsoft YaHei"/>
        <a:font script="Arab" typeface="Duba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Meiryo"/>
        <a:font script="Hang" typeface="맑은 고딕"/>
        <a:font script="Hans" typeface="DengXian"/>
        <a:font script="Hant" typeface="DengXian"/>
        <a:font script="Arab" typeface="Duba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Calibri"/>
        <a:font script="Uigh" typeface="Microsoft Uighur"/>
        <a:font script="Geor" typeface="Sylfaen"/>
      </a:minorFont>
    </a:fontScheme>
    <a:fmtScheme name="Oliver Wyman">
      <a:fillStyleLst>
        <a:solidFill>
          <a:schemeClr val="phClr"/>
        </a:solidFill>
        <a:solidFill>
          <a:schemeClr val="phClr">
            <a:tint val="0"/>
          </a:schemeClr>
        </a:solidFill>
        <a:solidFill>
          <a:schemeClr val="phClr"/>
        </a:solidFill>
      </a:fillStyleLst>
      <a:lnStyleLst>
        <a:ln w="9525" cap="flat" cmpd="sng" algn="ctr">
          <a:solidFill>
            <a:schemeClr val="phClr">
              <a:satMod val="105000"/>
            </a:scheme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reflection blurRad="12700" stA="26000" endPos="28000" dist="38100" dir="5400000" sy="-100000" rotWithShape="0"/>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9525">
          <a:solidFill>
            <a:schemeClr val="tx1"/>
          </a:solidFill>
          <a:miter lim="800000"/>
        </a:ln>
      </a:spPr>
      <a:bodyPr lIns="73152" tIns="73152" rIns="73152" bIns="73152" rtlCol="0" anchor="ctr"/>
      <a:lstStyle>
        <a:defPPr algn="ctr">
          <a:defRPr sz="1400" kern="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defRPr sz="1400" kern="0" dirty="0" err="1" smtClean="0"/>
        </a:defPPr>
      </a:lstStyle>
    </a:txDef>
  </a:objectDefaults>
  <a:extraClrSchemeLst/>
  <a:custClrLst>
    <a:custClr name="Dark blue">
      <a:srgbClr val="002C77"/>
    </a:custClr>
    <a:custClr name="Dark gray">
      <a:srgbClr val="565656"/>
    </a:custClr>
    <a:custClr name="Dark green">
      <a:srgbClr val="275D38"/>
    </a:custClr>
    <a:custClr name="Dark yellow">
      <a:srgbClr val="965D00"/>
    </a:custClr>
    <a:custClr name="Dark orange">
      <a:srgbClr val="A32E00"/>
    </a:custClr>
    <a:custClr name="Dark crimson">
      <a:srgbClr val="9A1C1F"/>
    </a:custClr>
    <a:custClr name="Dark pink">
      <a:srgbClr val="B2025B"/>
    </a:custClr>
    <a:custClr name="Dark purple">
      <a:srgbClr val="463282"/>
    </a:custClr>
    <a:custClr name="Dark blue gray">
      <a:srgbClr val="4E6287"/>
    </a:custClr>
    <a:custClr name="Danger red">
      <a:srgbClr val="C53532"/>
    </a:custClr>
    <a:custClr name="Blue">
      <a:srgbClr val="009DE0"/>
    </a:custClr>
    <a:custClr name="Gray">
      <a:srgbClr val="949494"/>
    </a:custClr>
    <a:custClr name="Green">
      <a:srgbClr val="00AC41"/>
    </a:custClr>
    <a:custClr name="Yellow">
      <a:srgbClr val="FFBE00"/>
    </a:custClr>
    <a:custClr name="Orange">
      <a:srgbClr val="FF8C00"/>
    </a:custClr>
    <a:custClr name="Crimson">
      <a:srgbClr val="EF4E45"/>
    </a:custClr>
    <a:custClr name="Pink">
      <a:srgbClr val="EE3D8B"/>
    </a:custClr>
    <a:custClr name="Purple">
      <a:srgbClr val="8246AF"/>
    </a:custClr>
    <a:custClr name="Blue gray">
      <a:srgbClr val="8096B2"/>
    </a:custClr>
    <a:custClr name="Warning yellow">
      <a:srgbClr val="FFBE00"/>
    </a:custClr>
    <a:custClr name="Light blue">
      <a:srgbClr val="76D3FF"/>
    </a:custClr>
    <a:custClr name="Light gray">
      <a:srgbClr val="DADADA"/>
    </a:custClr>
    <a:custClr name="Light green">
      <a:srgbClr val="ADDFB3"/>
    </a:custClr>
    <a:custClr name="Light yellow">
      <a:srgbClr val="FFE580"/>
    </a:custClr>
    <a:custClr name="Light orange">
      <a:srgbClr val="FFCA94"/>
    </a:custClr>
    <a:custClr name="Light crimson">
      <a:srgbClr val="FFAEA6"/>
    </a:custClr>
    <a:custClr name="Light pink">
      <a:srgbClr val="F8ACBE"/>
    </a:custClr>
    <a:custClr name="Light purple">
      <a:srgbClr val="CCB3E0"/>
    </a:custClr>
    <a:custClr name="Light blue gray">
      <a:srgbClr val="BED3E4"/>
    </a:custClr>
    <a:custClr name="Success green">
      <a:srgbClr val="14853D"/>
    </a:custClr>
    <a:custClr name="Table blue">
      <a:srgbClr val="C7EDFF"/>
    </a:custClr>
    <a:custClr name="Table gray">
      <a:srgbClr val="F0F0F0"/>
    </a:custClr>
  </a:custClrLst>
  <a:extLst>
    <a:ext uri="{05A4C25C-085E-4340-85A3-A5531E510DB2}">
      <thm15:themeFamily xmlns:thm15="http://schemas.microsoft.com/office/thememl/2012/main" name="Widescreen 16x9.potx" id="{6B03B70D-6EFD-4FBD-AE23-C1F12C5C48AF}" vid="{0F2DB142-F5C5-4CD7-B25E-A6EB494470FF}"/>
    </a:ext>
  </a:extLst>
</a:theme>
</file>

<file path=ppt/theme/theme2.xml><?xml version="1.0" encoding="utf-8"?>
<a:theme xmlns:a="http://schemas.openxmlformats.org/drawingml/2006/main" name="Oliver Wyman">
  <a:themeElements>
    <a:clrScheme name="Oliver Wyman">
      <a:dk1>
        <a:srgbClr val="000F47"/>
      </a:dk1>
      <a:lt1>
        <a:srgbClr val="FFFFFF"/>
      </a:lt1>
      <a:dk2>
        <a:srgbClr val="7B7974"/>
      </a:dk2>
      <a:lt2>
        <a:srgbClr val="CEECFF"/>
      </a:lt2>
      <a:accent1>
        <a:srgbClr val="000F47"/>
      </a:accent1>
      <a:accent2>
        <a:srgbClr val="82BAFF"/>
      </a:accent2>
      <a:accent3>
        <a:srgbClr val="CEECFF"/>
      </a:accent3>
      <a:accent4>
        <a:srgbClr val="7B7974"/>
      </a:accent4>
      <a:accent5>
        <a:srgbClr val="B9B6B1"/>
      </a:accent5>
      <a:accent6>
        <a:srgbClr val="EBE7E2"/>
      </a:accent6>
      <a:hlink>
        <a:srgbClr val="0B4BFF"/>
      </a:hlink>
      <a:folHlink>
        <a:srgbClr val="B9B6B1"/>
      </a:folHlink>
    </a:clrScheme>
    <a:fontScheme name="Oliver Wyman">
      <a:majorFont>
        <a:latin typeface="Marsh Serif"/>
        <a:ea typeface=""/>
        <a:cs typeface=""/>
        <a:font script="Jpan" typeface="Noto Serif JP"/>
        <a:font script="Hang" typeface="Noto Serif KR"/>
        <a:font script="Hans" typeface="Noto Serif SC"/>
        <a:font script="Hant" typeface="Noto Serif TC"/>
        <a:font script="Arab" typeface="Noto Naskh Arabic"/>
        <a:font script="Hebr" typeface="Times New Roman"/>
        <a:font script="Thai" typeface="Noto Serif Thai"/>
        <a:font script="Viet" typeface="Noto Serif"/>
      </a:majorFont>
      <a:minorFont>
        <a:latin typeface="Noto Sans"/>
        <a:ea typeface=""/>
        <a:cs typeface=""/>
        <a:font script="Jpan" typeface="Noto Sans JP"/>
        <a:font script="Hang" typeface="Noto Sans KR"/>
        <a:font script="Hans" typeface="Noto Sans SC"/>
        <a:font script="Hant" typeface="Noto Sans TC"/>
        <a:font script="Arab" typeface="Noto Sans Arabic"/>
        <a:font script="Hebr" typeface="Arial"/>
        <a:font script="Thai" typeface="Noto Sans Thai"/>
        <a:font script="Viet" typeface="Noto Sans"/>
      </a:minorFont>
    </a:fontScheme>
    <a:fmtScheme name="Oliver Wyman">
      <a:fillStyleLst>
        <a:solidFill>
          <a:schemeClr val="phClr"/>
        </a:solidFill>
        <a:solidFill>
          <a:schemeClr val="phClr"/>
        </a:solidFill>
        <a:solidFill>
          <a:schemeClr val="phClr"/>
        </a:solidFill>
      </a:fillStyleLst>
      <a:lnStyleLst>
        <a:ln w="9525" cap="flat" cmpd="sng" algn="ctr">
          <a:solidFill>
            <a:schemeClr val="phClr"/>
          </a:solidFill>
          <a:prstDash val="solid"/>
          <a:miter lim="800000"/>
        </a:ln>
        <a:ln w="19050" cap="flat" cmpd="sng" algn="ctr">
          <a:solidFill>
            <a:schemeClr val="phClr"/>
          </a:solidFill>
          <a:prstDash val="solid"/>
          <a:miter lim="800000"/>
        </a:ln>
        <a:ln w="28575" cap="flat" cmpd="sng" algn="ctr">
          <a:solidFill>
            <a:schemeClr val="phClr"/>
          </a:solidFill>
          <a:prstDash val="solid"/>
          <a:miter lim="800000"/>
        </a:ln>
      </a:lnStyleLst>
      <a:effectStyleLst>
        <a:effectStyle>
          <a:effectLst/>
        </a:effectStyle>
        <a:effectStyle>
          <a:effectLst/>
        </a:effectStyle>
        <a:effectStyle>
          <a:effectLst>
            <a:outerShdw blurRad="76200" dist="25400" dir="4200000" sx="101000" sy="101000" rotWithShape="0">
              <a:srgbClr val="000000">
                <a:alpha val="15000"/>
              </a:srgbClr>
            </a:outerShdw>
          </a:effectLst>
        </a:effectStyle>
      </a:effectStyleLst>
      <a:bgFillStyleLst>
        <a:solidFill>
          <a:schemeClr val="phClr"/>
        </a:solidFill>
        <a:solidFill>
          <a:schemeClr val="phClr"/>
        </a:solidFill>
        <a:solidFill>
          <a:schemeClr val="phClr"/>
        </a:solidFill>
      </a:bgFillStyleLst>
    </a:fmtScheme>
  </a:themeElements>
  <a:objectDefaults>
    <a:spDef>
      <a:spPr>
        <a:solidFill>
          <a:srgbClr val="F7F3EE"/>
        </a:solidFill>
        <a:ln w="19050" cap="flat" cmpd="sng" algn="ctr">
          <a:noFill/>
          <a:prstDash val="solid"/>
          <a:miter lim="800000"/>
        </a:ln>
        <a:effectLst/>
        <a:extLst>
          <a:ext uri="{91240B29-F687-4F45-9708-019B960494DF}">
            <a14:hiddenLine xmlns:a14="http://schemas.microsoft.com/office/drawing/2010/main" w="19050" cap="flat" cmpd="sng" algn="ctr">
              <a:solidFill>
                <a:schemeClr val="dk1"/>
              </a:solidFill>
              <a:prstDash val="solid"/>
              <a:miter lim="800000"/>
            </a14:hiddenLine>
          </a:ext>
        </a:extLst>
      </a:spPr>
      <a:bodyPr lIns="137160" tIns="137160" rIns="137160" bIns="137160" rtlCol="0" anchor="ctr"/>
      <a:lstStyle>
        <a:defPPr algn="ctr">
          <a:defRPr sz="1200" dirty="0">
            <a:solidFill>
              <a:schemeClr val="tx1"/>
            </a:solidFill>
          </a:defRPr>
        </a:defPPr>
      </a:lstStyle>
      <a:style>
        <a:lnRef idx="2">
          <a:schemeClr val="dk1"/>
        </a:lnRef>
        <a:fillRef idx="1">
          <a:schemeClr val="lt1"/>
        </a:fillRef>
        <a:effectRef idx="0">
          <a:schemeClr val="dk1"/>
        </a:effectRef>
        <a:fontRef idx="minor">
          <a:schemeClr val="dk1"/>
        </a:fontRef>
      </a:style>
    </a:spDef>
    <a:lnDef>
      <a:spPr>
        <a:ln>
          <a:solidFill>
            <a:schemeClr val="tx1"/>
          </a:solidFill>
        </a:ln>
      </a:spPr>
      <a:bodyPr/>
      <a:lstStyle/>
      <a:style>
        <a:lnRef idx="1">
          <a:schemeClr val="dk1"/>
        </a:lnRef>
        <a:fillRef idx="0">
          <a:schemeClr val="dk1"/>
        </a:fillRef>
        <a:effectRef idx="0">
          <a:schemeClr val="dk1"/>
        </a:effectRef>
        <a:fontRef idx="minor">
          <a:schemeClr val="tx1"/>
        </a:fontRef>
      </a:style>
    </a:lnDef>
    <a:txDef>
      <a:spPr>
        <a:noFill/>
      </a:spPr>
      <a:bodyPr wrap="none" lIns="0" tIns="0" rIns="0" bIns="0" rtlCol="0">
        <a:spAutoFit/>
      </a:bodyPr>
      <a:lstStyle>
        <a:defPPr algn="l">
          <a:defRPr sz="1200" kern="0" smtClean="0"/>
        </a:defPPr>
      </a:lstStyle>
    </a:txDef>
  </a:objectDefaults>
  <a:extraClrSchemeLst/>
  <a:custClrLst>
    <a:custClr name="Midnight Blue">
      <a:srgbClr val="000F47"/>
    </a:custClr>
    <a:custClr name="Blue 750">
      <a:srgbClr val="0B4BFF"/>
    </a:custClr>
    <a:custClr name="Blue 500">
      <a:srgbClr val="82BAFF"/>
    </a:custClr>
    <a:custClr name="Sky Blue">
      <a:srgbClr val="CEECFF"/>
    </a:custClr>
    <a:custClr name="Gold 1000">
      <a:srgbClr val="CB7E03"/>
    </a:custClr>
    <a:custClr name="Gold 750">
      <a:srgbClr val="FFBF00"/>
    </a:custClr>
    <a:custClr name="Gold 500">
      <a:srgbClr val="FFD98A"/>
    </a:custClr>
    <a:custClr name="Gold 250">
      <a:srgbClr val="FFF3DA"/>
    </a:custClr>
    <a:custClr>
      <a:srgbClr val="FFFFFF"/>
    </a:custClr>
    <a:custClr name="Warning Red">
      <a:srgbClr val="C53532"/>
    </a:custClr>
    <a:custClr name="Purple 1000">
      <a:srgbClr val="5E017F"/>
    </a:custClr>
    <a:custClr name="Purple 750">
      <a:srgbClr val="8F20DE"/>
    </a:custClr>
    <a:custClr name="Purple 500">
      <a:srgbClr val="DEB1FF"/>
    </a:custClr>
    <a:custClr name="Purple 250">
      <a:srgbClr val="F5E8FF"/>
    </a:custClr>
    <a:custClr name="Green 1000">
      <a:srgbClr val="2F7500"/>
    </a:custClr>
    <a:custClr name="Green 750">
      <a:srgbClr val="6ABF30"/>
    </a:custClr>
    <a:custClr name="Green 500">
      <a:srgbClr val="B0DC92"/>
    </a:custClr>
    <a:custClr name="Green 250">
      <a:srgbClr val="DFECD7"/>
    </a:custClr>
    <a:custClr>
      <a:srgbClr val="FFFFFF"/>
    </a:custClr>
    <a:custClr name="Neutral 250">
      <a:srgbClr val="F7F3EE"/>
    </a:custClr>
    <a:custClr name="Neutral 1000">
      <a:srgbClr val="3D3C37"/>
    </a:custClr>
    <a:custClr name="Neutral 750">
      <a:srgbClr val="7B7974"/>
    </a:custClr>
    <a:custClr name="Neutral 500">
      <a:srgbClr val="B9B6B1"/>
    </a:custClr>
    <a:custClr name="Neutral 300">
      <a:srgbClr val="EAE7E2"/>
    </a:custClr>
    <a:custClr>
      <a:srgbClr val="FFFFFF"/>
    </a:custClr>
    <a:custClr>
      <a:srgbClr val="FFFFFF"/>
    </a:custClr>
    <a:custClr>
      <a:srgbClr val="FFFFFF"/>
    </a:custClr>
    <a:custClr>
      <a:srgbClr val="FFFFFF"/>
    </a:custClr>
    <a:custClr>
      <a:srgbClr val="FFFFFF"/>
    </a:custClr>
    <a:custClr name="Neutral 400">
      <a:srgbClr val="D1CEC9"/>
    </a:custClr>
  </a:custClrLst>
  <a:extLst>
    <a:ext uri="{05A4C25C-085E-4340-85A3-A5531E510DB2}">
      <thm15:themeFamily xmlns:thm15="http://schemas.microsoft.com/office/thememl/2012/main" name="Oliver Wyman" id="{FAEB5AE3-80BD-4306-BA23-31AF59B546B5}" vid="{105C08B7-7731-413D-A33F-DB90493376DE}"/>
    </a:ext>
  </a:extLst>
</a:theme>
</file>

<file path=ppt/theme/theme3.xml><?xml version="1.0" encoding="utf-8"?>
<a:theme xmlns:a="http://schemas.openxmlformats.org/drawingml/2006/main" name="Oliver Wyman">
  <a:themeElements>
    <a:clrScheme name="Oliver Wyman">
      <a:dk1>
        <a:srgbClr val="000F47"/>
      </a:dk1>
      <a:lt1>
        <a:srgbClr val="FFFFFF"/>
      </a:lt1>
      <a:dk2>
        <a:srgbClr val="7B7974"/>
      </a:dk2>
      <a:lt2>
        <a:srgbClr val="CEECFF"/>
      </a:lt2>
      <a:accent1>
        <a:srgbClr val="000F47"/>
      </a:accent1>
      <a:accent2>
        <a:srgbClr val="82BAFF"/>
      </a:accent2>
      <a:accent3>
        <a:srgbClr val="CEECFF"/>
      </a:accent3>
      <a:accent4>
        <a:srgbClr val="7B7974"/>
      </a:accent4>
      <a:accent5>
        <a:srgbClr val="B9B6B1"/>
      </a:accent5>
      <a:accent6>
        <a:srgbClr val="EBE7E2"/>
      </a:accent6>
      <a:hlink>
        <a:srgbClr val="0B4BFF"/>
      </a:hlink>
      <a:folHlink>
        <a:srgbClr val="B9B6B1"/>
      </a:folHlink>
    </a:clrScheme>
    <a:fontScheme name="Oliver Wyman">
      <a:majorFont>
        <a:latin typeface="Marsh Serif"/>
        <a:ea typeface=""/>
        <a:cs typeface=""/>
        <a:font script="Jpan" typeface="Noto Serif JP"/>
        <a:font script="Hang" typeface="Noto Serif KR"/>
        <a:font script="Hans" typeface="Noto Serif SC"/>
        <a:font script="Hant" typeface="Noto Serif TC"/>
        <a:font script="Arab" typeface="Noto Naskh Arabic"/>
        <a:font script="Hebr" typeface="Times New Roman"/>
        <a:font script="Thai" typeface="Noto Serif Thai"/>
        <a:font script="Viet" typeface="Noto Serif"/>
      </a:majorFont>
      <a:minorFont>
        <a:latin typeface="Noto Sans"/>
        <a:ea typeface=""/>
        <a:cs typeface=""/>
        <a:font script="Jpan" typeface="Noto Sans JP"/>
        <a:font script="Hang" typeface="Noto Sans KR"/>
        <a:font script="Hans" typeface="Noto Sans SC"/>
        <a:font script="Hant" typeface="Noto Sans TC"/>
        <a:font script="Arab" typeface="Noto Sans Arabic"/>
        <a:font script="Hebr" typeface="Arial"/>
        <a:font script="Thai" typeface="Noto Sans Thai"/>
        <a:font script="Viet" typeface="Noto Sans"/>
      </a:minorFont>
    </a:fontScheme>
    <a:fmtScheme name="Oliver Wyman">
      <a:fillStyleLst>
        <a:solidFill>
          <a:schemeClr val="phClr"/>
        </a:solidFill>
        <a:solidFill>
          <a:schemeClr val="phClr"/>
        </a:solidFill>
        <a:solidFill>
          <a:schemeClr val="phClr"/>
        </a:solidFill>
      </a:fillStyleLst>
      <a:lnStyleLst>
        <a:ln w="9525" cap="flat" cmpd="sng" algn="ctr">
          <a:solidFill>
            <a:schemeClr val="phClr"/>
          </a:solidFill>
          <a:prstDash val="solid"/>
          <a:miter lim="800000"/>
        </a:ln>
        <a:ln w="19050" cap="flat" cmpd="sng" algn="ctr">
          <a:solidFill>
            <a:schemeClr val="phClr"/>
          </a:solidFill>
          <a:prstDash val="solid"/>
          <a:miter lim="800000"/>
        </a:ln>
        <a:ln w="28575" cap="flat" cmpd="sng" algn="ctr">
          <a:solidFill>
            <a:schemeClr val="phClr"/>
          </a:solidFill>
          <a:prstDash val="solid"/>
          <a:miter lim="800000"/>
        </a:ln>
      </a:lnStyleLst>
      <a:effectStyleLst>
        <a:effectStyle>
          <a:effectLst/>
        </a:effectStyle>
        <a:effectStyle>
          <a:effectLst/>
        </a:effectStyle>
        <a:effectStyle>
          <a:effectLst>
            <a:outerShdw blurRad="76200" dist="25400" dir="4200000" sx="101000" sy="101000" rotWithShape="0">
              <a:srgbClr val="000000">
                <a:alpha val="15000"/>
              </a:srgbClr>
            </a:outerShdw>
          </a:effectLst>
        </a:effectStyle>
      </a:effectStyleLst>
      <a:bgFillStyleLst>
        <a:solidFill>
          <a:schemeClr val="phClr"/>
        </a:solidFill>
        <a:solidFill>
          <a:schemeClr val="phClr"/>
        </a:solidFill>
        <a:solidFill>
          <a:schemeClr val="phClr"/>
        </a:solidFill>
      </a:bgFillStyleLst>
    </a:fmtScheme>
  </a:themeElements>
  <a:objectDefaults>
    <a:spDef>
      <a:spPr>
        <a:solidFill>
          <a:srgbClr val="F7F3EE"/>
        </a:solidFill>
        <a:ln w="19050" cap="flat" cmpd="sng" algn="ctr">
          <a:noFill/>
          <a:prstDash val="solid"/>
          <a:miter lim="800000"/>
        </a:ln>
        <a:effectLst/>
        <a:extLst>
          <a:ext uri="{91240B29-F687-4F45-9708-019B960494DF}">
            <a14:hiddenLine xmlns:a14="http://schemas.microsoft.com/office/drawing/2010/main" w="19050" cap="flat" cmpd="sng" algn="ctr">
              <a:solidFill>
                <a:schemeClr val="dk1"/>
              </a:solidFill>
              <a:prstDash val="solid"/>
              <a:miter lim="800000"/>
            </a14:hiddenLine>
          </a:ext>
        </a:extLst>
      </a:spPr>
      <a:bodyPr lIns="137160" tIns="137160" rIns="137160" bIns="137160" rtlCol="0" anchor="ctr"/>
      <a:lstStyle>
        <a:defPPr algn="ctr">
          <a:defRPr sz="1200" dirty="0">
            <a:solidFill>
              <a:schemeClr val="tx1"/>
            </a:solidFill>
          </a:defRPr>
        </a:defPPr>
      </a:lstStyle>
      <a:style>
        <a:lnRef idx="2">
          <a:schemeClr val="dk1"/>
        </a:lnRef>
        <a:fillRef idx="1">
          <a:schemeClr val="lt1"/>
        </a:fillRef>
        <a:effectRef idx="0">
          <a:schemeClr val="dk1"/>
        </a:effectRef>
        <a:fontRef idx="minor">
          <a:schemeClr val="dk1"/>
        </a:fontRef>
      </a:style>
    </a:spDef>
    <a:lnDef>
      <a:spPr>
        <a:ln>
          <a:solidFill>
            <a:schemeClr val="tx1"/>
          </a:solidFill>
        </a:ln>
      </a:spPr>
      <a:bodyPr/>
      <a:lstStyle/>
      <a:style>
        <a:lnRef idx="1">
          <a:schemeClr val="dk1"/>
        </a:lnRef>
        <a:fillRef idx="0">
          <a:schemeClr val="dk1"/>
        </a:fillRef>
        <a:effectRef idx="0">
          <a:schemeClr val="dk1"/>
        </a:effectRef>
        <a:fontRef idx="minor">
          <a:schemeClr val="tx1"/>
        </a:fontRef>
      </a:style>
    </a:lnDef>
    <a:txDef>
      <a:spPr>
        <a:noFill/>
      </a:spPr>
      <a:bodyPr wrap="none" lIns="0" tIns="0" rIns="0" bIns="0" rtlCol="0">
        <a:spAutoFit/>
      </a:bodyPr>
      <a:lstStyle>
        <a:defPPr algn="l">
          <a:defRPr sz="1200" kern="0" smtClean="0"/>
        </a:defPPr>
      </a:lstStyle>
    </a:txDef>
  </a:objectDefaults>
  <a:extraClrSchemeLst/>
  <a:custClrLst>
    <a:custClr name="Midnight Blue">
      <a:srgbClr val="000F47"/>
    </a:custClr>
    <a:custClr name="Blue 750">
      <a:srgbClr val="0B4BFF"/>
    </a:custClr>
    <a:custClr name="Blue 500">
      <a:srgbClr val="82BAFF"/>
    </a:custClr>
    <a:custClr name="Sky Blue">
      <a:srgbClr val="CEECFF"/>
    </a:custClr>
    <a:custClr name="Gold 1000">
      <a:srgbClr val="CB7E03"/>
    </a:custClr>
    <a:custClr name="Gold 750">
      <a:srgbClr val="FFBF00"/>
    </a:custClr>
    <a:custClr name="Gold 500">
      <a:srgbClr val="FFD98A"/>
    </a:custClr>
    <a:custClr name="Gold 250">
      <a:srgbClr val="FFF3DA"/>
    </a:custClr>
    <a:custClr>
      <a:srgbClr val="FFFFFF"/>
    </a:custClr>
    <a:custClr name="Warning Red">
      <a:srgbClr val="C53532"/>
    </a:custClr>
    <a:custClr name="Purple 1000">
      <a:srgbClr val="5E017F"/>
    </a:custClr>
    <a:custClr name="Purple 750">
      <a:srgbClr val="8F20DE"/>
    </a:custClr>
    <a:custClr name="Purple 500">
      <a:srgbClr val="DEB1FF"/>
    </a:custClr>
    <a:custClr name="Purple 250">
      <a:srgbClr val="F5E8FF"/>
    </a:custClr>
    <a:custClr name="Green 1000">
      <a:srgbClr val="2F7500"/>
    </a:custClr>
    <a:custClr name="Green 750">
      <a:srgbClr val="6ABF30"/>
    </a:custClr>
    <a:custClr name="Green 500">
      <a:srgbClr val="B0DC92"/>
    </a:custClr>
    <a:custClr name="Green 250">
      <a:srgbClr val="DFECD7"/>
    </a:custClr>
    <a:custClr>
      <a:srgbClr val="FFFFFF"/>
    </a:custClr>
    <a:custClr name="Neutral 250">
      <a:srgbClr val="F7F3EE"/>
    </a:custClr>
    <a:custClr name="Neutral 1000">
      <a:srgbClr val="3D3C37"/>
    </a:custClr>
    <a:custClr name="Neutral 750">
      <a:srgbClr val="7B7974"/>
    </a:custClr>
    <a:custClr name="Neutral 500">
      <a:srgbClr val="B9B6B1"/>
    </a:custClr>
    <a:custClr name="Neutral 300">
      <a:srgbClr val="EAE7E2"/>
    </a:custClr>
    <a:custClr>
      <a:srgbClr val="FFFFFF"/>
    </a:custClr>
    <a:custClr>
      <a:srgbClr val="FFFFFF"/>
    </a:custClr>
    <a:custClr>
      <a:srgbClr val="FFFFFF"/>
    </a:custClr>
    <a:custClr>
      <a:srgbClr val="FFFFFF"/>
    </a:custClr>
    <a:custClr>
      <a:srgbClr val="FFFFFF"/>
    </a:custClr>
    <a:custClr name="Neutral 400">
      <a:srgbClr val="D1CEC9"/>
    </a:custClr>
  </a:custClrLst>
  <a:extLst>
    <a:ext uri="{05A4C25C-085E-4340-85A3-A5531E510DB2}">
      <thm15:themeFamily xmlns:thm15="http://schemas.microsoft.com/office/thememl/2012/main" name="Oliver Wyman" id="{FAEB5AE3-80BD-4306-BA23-31AF59B546B5}" vid="{105C08B7-7731-413D-A33F-DB90493376DE}"/>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ecc80fed-af72-4bbb-b613-698058b7e4a1" xsi:nil="true"/>
    <lcf76f155ced4ddcb4097134ff3c332f xmlns="f1c0b70d-e3fd-4f12-8fd1-a967650d147b">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B1895E5061C2347BC3534489BE1EBF5" ma:contentTypeVersion="15" ma:contentTypeDescription="Create a new document." ma:contentTypeScope="" ma:versionID="6c45e6e97a10e96989028ce4e7644743">
  <xsd:schema xmlns:xsd="http://www.w3.org/2001/XMLSchema" xmlns:xs="http://www.w3.org/2001/XMLSchema" xmlns:p="http://schemas.microsoft.com/office/2006/metadata/properties" xmlns:ns2="f1c0b70d-e3fd-4f12-8fd1-a967650d147b" xmlns:ns3="ecc80fed-af72-4bbb-b613-698058b7e4a1" targetNamespace="http://schemas.microsoft.com/office/2006/metadata/properties" ma:root="true" ma:fieldsID="85f0bf7daecd3bd257edd86e98d1bfe1" ns2:_="" ns3:_="">
    <xsd:import namespace="f1c0b70d-e3fd-4f12-8fd1-a967650d147b"/>
    <xsd:import namespace="ecc80fed-af72-4bbb-b613-698058b7e4a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Location" minOccurs="0"/>
                <xsd:element ref="ns2:MediaServiceBillingMetadata" minOccurs="0"/>
                <xsd:element ref="ns2:MediaServiceOCR" minOccurs="0"/>
                <xsd:element ref="ns3:TaxCatchAll" minOccurs="0"/>
                <xsd:element ref="ns2:lcf76f155ced4ddcb4097134ff3c332f"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1c0b70d-e3fd-4f12-8fd1-a967650d147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descriptio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Location" ma:index="15" nillable="true" ma:displayName="Location" ma:description="" ma:indexed="true" ma:internalName="MediaServiceLocation" ma:readOnly="true">
      <xsd:simpleType>
        <xsd:restriction base="dms:Text"/>
      </xsd:simpleType>
    </xsd:element>
    <xsd:element name="MediaServiceBillingMetadata" ma:index="16" nillable="true" ma:displayName="MediaServiceBillingMetadata" ma:hidden="true" ma:internalName="MediaServiceBillingMetadata" ma:readOnly="true">
      <xsd:simpleType>
        <xsd:restriction base="dms:Note"/>
      </xsd:simpleType>
    </xsd:element>
    <xsd:element name="MediaServiceOCR" ma:index="17" nillable="true" ma:displayName="Extracted Text" ma:internalName="MediaServiceOCR" ma:readOnly="true">
      <xsd:simpleType>
        <xsd:restriction base="dms:Note">
          <xsd:maxLength value="255"/>
        </xsd:restrictio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32788c53-7e05-4f3c-88a0-b3a683d79628"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ecc80fed-af72-4bbb-b613-698058b7e4a1"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eb6964b3-f8b7-460b-ba24-ba67a57dea1e}" ma:internalName="TaxCatchAll" ma:showField="CatchAllData" ma:web="ecc80fed-af72-4bbb-b613-698058b7e4a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1C72FC3-F729-4E0C-82E6-03BF7275D391}">
  <ds:schemaRefs>
    <ds:schemaRef ds:uri="http://purl.org/dc/terms/"/>
    <ds:schemaRef ds:uri="http://www.w3.org/XML/1998/namespace"/>
    <ds:schemaRef ds:uri="http://schemas.openxmlformats.org/package/2006/metadata/core-properties"/>
    <ds:schemaRef ds:uri="http://purl.org/dc/elements/1.1/"/>
    <ds:schemaRef ds:uri="http://schemas.microsoft.com/office/2006/metadata/properties"/>
    <ds:schemaRef ds:uri="http://schemas.microsoft.com/office/2006/documentManagement/types"/>
    <ds:schemaRef ds:uri="http://schemas.microsoft.com/office/infopath/2007/PartnerControls"/>
    <ds:schemaRef ds:uri="ecc80fed-af72-4bbb-b613-698058b7e4a1"/>
    <ds:schemaRef ds:uri="f1c0b70d-e3fd-4f12-8fd1-a967650d147b"/>
    <ds:schemaRef ds:uri="http://purl.org/dc/dcmitype/"/>
  </ds:schemaRefs>
</ds:datastoreItem>
</file>

<file path=customXml/itemProps2.xml><?xml version="1.0" encoding="utf-8"?>
<ds:datastoreItem xmlns:ds="http://schemas.openxmlformats.org/officeDocument/2006/customXml" ds:itemID="{030173E8-2BD8-4CD9-8AE4-5C212EA69BC5}">
  <ds:schemaRefs>
    <ds:schemaRef ds:uri="http://schemas.microsoft.com/sharepoint/v3/contenttype/forms"/>
  </ds:schemaRefs>
</ds:datastoreItem>
</file>

<file path=customXml/itemProps3.xml><?xml version="1.0" encoding="utf-8"?>
<ds:datastoreItem xmlns:ds="http://schemas.openxmlformats.org/officeDocument/2006/customXml" ds:itemID="{24DAB20B-629D-4179-8F9B-6D0F88C5481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1c0b70d-e3fd-4f12-8fd1-a967650d147b"/>
    <ds:schemaRef ds:uri="ecc80fed-af72-4bbb-b613-698058b7e4a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blank</Template>
  <TotalTime>47</TotalTime>
  <Words>1488</Words>
  <Application>Microsoft Macintosh PowerPoint</Application>
  <PresentationFormat>Widescreen</PresentationFormat>
  <Paragraphs>225</Paragraphs>
  <Slides>7</Slides>
  <Notes>6</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7</vt:i4>
      </vt:variant>
    </vt:vector>
  </HeadingPairs>
  <TitlesOfParts>
    <vt:vector size="14" baseType="lpstr">
      <vt:lpstr>Calibri</vt:lpstr>
      <vt:lpstr>Noto Sans</vt:lpstr>
      <vt:lpstr>Arial</vt:lpstr>
      <vt:lpstr>Wingdings</vt:lpstr>
      <vt:lpstr>MMC Display Condensed</vt:lpstr>
      <vt:lpstr>1_Oliver Wyman</vt:lpstr>
      <vt:lpstr>think-cell Slide</vt:lpstr>
      <vt:lpstr>PowerPoint Presentation</vt:lpstr>
      <vt:lpstr>Overall tool design: elements underpinning priceAdvisor</vt:lpstr>
      <vt:lpstr>PRICEADVISOR WILL BE BUILT AS A CUSTOM REACT APPLICATION EMBEDDED IN DYNAMICS This approach best supports the required user experience, real-time pricing logic, and long-term extensibility, with higher but manageable delivery and sustainment effort</vt:lpstr>
      <vt:lpstr>TARGET STATE ARCHITECTURE FOR PRICEADVISOR PriceAdvisor sits natively within CRM, with Dataverse and Microsoft Fabric supporting transaction data, analytics, and secure in-workflow access</vt:lpstr>
      <vt:lpstr>TARGET STATE ARCHITECTURE FOR PRICEADVISOR || deep-dive</vt:lpstr>
      <vt:lpstr>Data tables: storage, Maintenance, and owners Tables will reside in the Dynamics Dataverse, owned by relevant business owners, and updated by IT/product teams.  </vt:lpstr>
      <vt:lpstr>Other nonfunctional parameters: Constraints, security, access, maintenance…</vt:lpstr>
    </vt:vector>
  </TitlesOfParts>
  <Company>MMC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Walker, Harry</dc:creator>
  <cp:keywords/>
  <cp:lastModifiedBy>Hany Mesha</cp:lastModifiedBy>
  <cp:revision>1</cp:revision>
  <dcterms:created xsi:type="dcterms:W3CDTF">2026-05-18T17:25:41Z</dcterms:created>
  <dcterms:modified xsi:type="dcterms:W3CDTF">2026-05-25T15:50:58Z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Version">
    <vt:lpwstr>2026/03/20</vt:lpwstr>
  </property>
  <property fmtid="{D5CDD505-2E9C-101B-9397-08002B2CF9AE}" pid="3" name="PackageID">
    <vt:lpwstr>OfficeOW@017</vt:lpwstr>
  </property>
  <property fmtid="{D5CDD505-2E9C-101B-9397-08002B2CF9AE}" pid="4" name="DocumentMSOLanguageID">
    <vt:lpwstr>msoLanguageIDEnglishUK</vt:lpwstr>
  </property>
  <property fmtid="{D5CDD505-2E9C-101B-9397-08002B2CF9AE}" pid="5" name="LogoName">
    <vt:lpwstr>Oliver Wyman</vt:lpwstr>
  </property>
  <property fmtid="{D5CDD505-2E9C-101B-9397-08002B2CF9AE}" pid="6" name="MSIP_Label_38f1469a-2c2a-4aee-b92b-090d4c5468ff_Enabled">
    <vt:lpwstr>true</vt:lpwstr>
  </property>
  <property fmtid="{D5CDD505-2E9C-101B-9397-08002B2CF9AE}" pid="7" name="MSIP_Label_38f1469a-2c2a-4aee-b92b-090d4c5468ff_SetDate">
    <vt:lpwstr>2026-05-18T17:26:38Z</vt:lpwstr>
  </property>
  <property fmtid="{D5CDD505-2E9C-101B-9397-08002B2CF9AE}" pid="8" name="MSIP_Label_38f1469a-2c2a-4aee-b92b-090d4c5468ff_Method">
    <vt:lpwstr>Standard</vt:lpwstr>
  </property>
  <property fmtid="{D5CDD505-2E9C-101B-9397-08002B2CF9AE}" pid="9" name="MSIP_Label_38f1469a-2c2a-4aee-b92b-090d4c5468ff_Name">
    <vt:lpwstr>Confidential - Unmarked</vt:lpwstr>
  </property>
  <property fmtid="{D5CDD505-2E9C-101B-9397-08002B2CF9AE}" pid="10" name="MSIP_Label_38f1469a-2c2a-4aee-b92b-090d4c5468ff_SiteId">
    <vt:lpwstr>2a6e6092-73e4-4752-b1a5-477a17f5056d</vt:lpwstr>
  </property>
  <property fmtid="{D5CDD505-2E9C-101B-9397-08002B2CF9AE}" pid="11" name="MSIP_Label_38f1469a-2c2a-4aee-b92b-090d4c5468ff_ActionId">
    <vt:lpwstr>405adcdd-0e88-4a79-b9cc-9f66590237cc</vt:lpwstr>
  </property>
  <property fmtid="{D5CDD505-2E9C-101B-9397-08002B2CF9AE}" pid="12" name="MSIP_Label_38f1469a-2c2a-4aee-b92b-090d4c5468ff_ContentBits">
    <vt:lpwstr>0</vt:lpwstr>
  </property>
  <property fmtid="{D5CDD505-2E9C-101B-9397-08002B2CF9AE}" pid="13" name="MSIP_Label_38f1469a-2c2a-4aee-b92b-090d4c5468ff_Tag">
    <vt:lpwstr>10, 3, 0, 1</vt:lpwstr>
  </property>
  <property fmtid="{D5CDD505-2E9C-101B-9397-08002B2CF9AE}" pid="14" name="ContentTypeId">
    <vt:lpwstr>0x010100FB1895E5061C2347BC3534489BE1EBF5</vt:lpwstr>
  </property>
</Properties>
</file>