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676d1a8b54254ea5" Type="http://schemas.microsoft.com/office/2007/relationships/ui/extensibility" Target="customUI/customUI14.xml"/><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1"/>
  </p:notesMasterIdLst>
  <p:handoutMasterIdLst>
    <p:handoutMasterId r:id="rId12"/>
  </p:handoutMasterIdLst>
  <p:sldIdLst>
    <p:sldId id="2145706940" r:id="rId2"/>
    <p:sldId id="293" r:id="rId3"/>
    <p:sldId id="294" r:id="rId4"/>
    <p:sldId id="2145706911" r:id="rId5"/>
    <p:sldId id="2145706941" r:id="rId6"/>
    <p:sldId id="2145706830" r:id="rId7"/>
    <p:sldId id="2145706867" r:id="rId8"/>
    <p:sldId id="2145706937" r:id="rId9"/>
    <p:sldId id="2145706939" r:id="rId10"/>
  </p:sldIdLst>
  <p:sldSz cx="12192000" cy="6858000"/>
  <p:notesSz cx="6858000" cy="9144000"/>
  <p:embeddedFontLst>
    <p:embeddedFont>
      <p:font typeface="MMC Display Condensed" panose="020B0606020203020204" pitchFamily="34" charset="0"/>
      <p:regular r:id="rId13"/>
      <p:bold r:id="rId14"/>
    </p:embeddedFont>
  </p:embeddedFontLst>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39DD9DD-9E6C-4910-8AC0-68ADFF6A6AFC}">
  <a:tblStyle styleId="{839DD9DD-9E6C-4910-8AC0-68ADFF6A6AFC}" styleName="Oliver Wyman - default">
    <a:wholeTbl>
      <a:tcTxStyle>
        <a:fontRef idx="minor">
          <a:prstClr val="black"/>
        </a:fontRef>
        <a:schemeClr val="tx1"/>
      </a:tcTxStyle>
      <a:tcStyle>
        <a:tcBdr>
          <a:left>
            <a:ln>
              <a:noFill/>
            </a:ln>
          </a:left>
          <a:right>
            <a:ln>
              <a:noFill/>
            </a:ln>
          </a:right>
          <a:top>
            <a:ln>
              <a:noFill/>
            </a:ln>
          </a:top>
          <a:bottom>
            <a:ln w="9525" cmpd="sng">
              <a:solidFill>
                <a:schemeClr val="tx1"/>
              </a:solidFill>
            </a:ln>
          </a:bottom>
          <a:insideH>
            <a:ln w="9525" cmpd="sng">
              <a:solidFill>
                <a:schemeClr val="tx1"/>
              </a:solidFill>
            </a:ln>
          </a:insideH>
          <a:insideV>
            <a:ln>
              <a:noFill/>
            </a:ln>
          </a:insideV>
        </a:tcBdr>
        <a:fill>
          <a:noFill/>
        </a:fill>
      </a:tcStyle>
    </a:wholeTbl>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fill>
          <a:noFill/>
        </a:fill>
      </a:tcStyle>
    </a:lastRow>
    <a:firstRow>
      <a:tcTxStyle b="on">
        <a:fontRef idx="minor">
          <a:prstClr val="black"/>
        </a:fontRef>
      </a:tcTxStyle>
      <a:tcStyle>
        <a:tcBdr>
          <a:bottom>
            <a:ln w="9525"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60"/>
  </p:normalViewPr>
  <p:slideViewPr>
    <p:cSldViewPr snapToGrid="0" showGuides="1">
      <p:cViewPr varScale="1">
        <p:scale>
          <a:sx n="161" d="100"/>
          <a:sy n="161" d="100"/>
        </p:scale>
        <p:origin x="296" y="10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12572B-F973-4732-A453-119EA490170A}" type="datetimeFigureOut">
              <a:rPr lang="en-GB" smtClean="0"/>
              <a:t>4/30/2026</a:t>
            </a:fld>
            <a:endParaRPr lang="en-GB"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BB83C12-F094-4EDD-ABDC-7BADBDED5742}" type="slidenum">
              <a:rPr lang="en-GB" smtClean="0"/>
              <a:t>‹#›</a:t>
            </a:fld>
            <a:endParaRPr lang="en-GB" dirty="0"/>
          </a:p>
        </p:txBody>
      </p:sp>
    </p:spTree>
    <p:extLst>
      <p:ext uri="{BB962C8B-B14F-4D97-AF65-F5344CB8AC3E}">
        <p14:creationId xmlns:p14="http://schemas.microsoft.com/office/powerpoint/2010/main" val="9168789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8927E5-BED3-44D0-9ADF-FA873E1D6DAF}" type="datetimeFigureOut">
              <a:rPr lang="en-GB" smtClean="0"/>
              <a:t>4/30/2026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24DA73-AE27-4433-BD53-3E1DB61918F0}" type="slidenum">
              <a:rPr lang="en-GB" smtClean="0"/>
              <a:t>‹#›</a:t>
            </a:fld>
            <a:endParaRPr lang="en-GB" dirty="0"/>
          </a:p>
        </p:txBody>
      </p:sp>
    </p:spTree>
    <p:extLst>
      <p:ext uri="{BB962C8B-B14F-4D97-AF65-F5344CB8AC3E}">
        <p14:creationId xmlns:p14="http://schemas.microsoft.com/office/powerpoint/2010/main" val="1329885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324DA73-AE27-4433-BD53-3E1DB61918F0}" type="slidenum">
              <a:rPr lang="en-GB" smtClean="0"/>
              <a:t>2</a:t>
            </a:fld>
            <a:endParaRPr lang="en-GB"/>
          </a:p>
        </p:txBody>
      </p:sp>
    </p:spTree>
    <p:extLst>
      <p:ext uri="{BB962C8B-B14F-4D97-AF65-F5344CB8AC3E}">
        <p14:creationId xmlns:p14="http://schemas.microsoft.com/office/powerpoint/2010/main" val="1319970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324DA73-AE27-4433-BD53-3E1DB61918F0}" type="slidenum">
              <a:rPr lang="en-GB" smtClean="0"/>
              <a:t>3</a:t>
            </a:fld>
            <a:endParaRPr lang="en-GB"/>
          </a:p>
        </p:txBody>
      </p:sp>
    </p:spTree>
    <p:extLst>
      <p:ext uri="{BB962C8B-B14F-4D97-AF65-F5344CB8AC3E}">
        <p14:creationId xmlns:p14="http://schemas.microsoft.com/office/powerpoint/2010/main" val="2962002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324DA73-AE27-4433-BD53-3E1DB61918F0}" type="slidenum">
              <a:rPr lang="en-GB" smtClean="0"/>
              <a:t>4</a:t>
            </a:fld>
            <a:endParaRPr lang="en-GB"/>
          </a:p>
        </p:txBody>
      </p:sp>
    </p:spTree>
    <p:extLst>
      <p:ext uri="{BB962C8B-B14F-4D97-AF65-F5344CB8AC3E}">
        <p14:creationId xmlns:p14="http://schemas.microsoft.com/office/powerpoint/2010/main" val="3819558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324DA73-AE27-4433-BD53-3E1DB61918F0}" type="slidenum">
              <a:rPr lang="en-GB" smtClean="0"/>
              <a:t>6</a:t>
            </a:fld>
            <a:endParaRPr lang="en-GB"/>
          </a:p>
        </p:txBody>
      </p:sp>
    </p:spTree>
    <p:extLst>
      <p:ext uri="{BB962C8B-B14F-4D97-AF65-F5344CB8AC3E}">
        <p14:creationId xmlns:p14="http://schemas.microsoft.com/office/powerpoint/2010/main" val="3793136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324DA73-AE27-4433-BD53-3E1DB61918F0}" type="slidenum">
              <a:rPr lang="en-GB" smtClean="0"/>
              <a:t>7</a:t>
            </a:fld>
            <a:endParaRPr lang="en-GB"/>
          </a:p>
        </p:txBody>
      </p:sp>
    </p:spTree>
    <p:extLst>
      <p:ext uri="{BB962C8B-B14F-4D97-AF65-F5344CB8AC3E}">
        <p14:creationId xmlns:p14="http://schemas.microsoft.com/office/powerpoint/2010/main" val="41035006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p:cNvSpPr>
            <a:spLocks noGrp="1"/>
          </p:cNvSpPr>
          <p:nvPr>
            <p:ph type="body" sz="quarter" idx="10" hasCustomPrompt="1"/>
          </p:nvPr>
        </p:nvSpPr>
        <p:spPr>
          <a:xfrm>
            <a:off x="457200" y="1992768"/>
            <a:ext cx="9321800" cy="2837315"/>
          </a:xfrm>
        </p:spPr>
        <p:txBody>
          <a:bodyPr lIns="0" tIns="0" rIns="0" bIns="0" anchor="b">
            <a:spAutoFit/>
          </a:bodyPr>
          <a:lstStyle>
            <a:lvl1pPr marL="0" indent="0" fontAlgn="base">
              <a:lnSpc>
                <a:spcPct val="85000"/>
              </a:lnSpc>
              <a:spcBef>
                <a:spcPts val="0"/>
              </a:spcBef>
              <a:spcAft>
                <a:spcPts val="0"/>
              </a:spcAft>
              <a:buFont typeface="Arial" panose="020B0604020202020204" pitchFamily="34" charset="0"/>
              <a:buChar char="​"/>
              <a:defRPr sz="7200" b="1">
                <a:solidFill>
                  <a:schemeClr val="accent1"/>
                </a:solidFill>
                <a:latin typeface="+mj-lt"/>
                <a:ea typeface="+mj-ea"/>
                <a:cs typeface="+mj-cs"/>
              </a:defRPr>
            </a:lvl1pPr>
            <a:lvl2pPr marL="0" indent="0" fontAlgn="base">
              <a:lnSpc>
                <a:spcPct val="100000"/>
              </a:lnSpc>
              <a:spcBef>
                <a:spcPts val="0"/>
              </a:spcBef>
              <a:spcAft>
                <a:spcPts val="0"/>
              </a:spcAft>
              <a:buFont typeface="Arial" panose="020B0604020202020204" pitchFamily="34" charset="0"/>
              <a:buChar char="​"/>
              <a:defRPr sz="2000">
                <a:solidFill>
                  <a:schemeClr val="tx1"/>
                </a:solidFill>
              </a:defRPr>
            </a:lvl2pPr>
            <a:lvl3pPr marL="0" indent="0">
              <a:lnSpc>
                <a:spcPct val="100000"/>
              </a:lnSpc>
              <a:spcBef>
                <a:spcPts val="0"/>
              </a:spcBef>
              <a:spcAft>
                <a:spcPts val="0"/>
              </a:spcAft>
              <a:buFont typeface="Arial" panose="020B0604020202020204" pitchFamily="34" charset="0"/>
              <a:buChar char="​"/>
              <a:defRPr sz="2000">
                <a:solidFill>
                  <a:schemeClr val="tx1"/>
                </a:solidFill>
              </a:defRPr>
            </a:lvl3pPr>
            <a:lvl4pPr marL="0" indent="0">
              <a:lnSpc>
                <a:spcPct val="100000"/>
              </a:lnSpc>
              <a:spcBef>
                <a:spcPts val="0"/>
              </a:spcBef>
              <a:spcAft>
                <a:spcPts val="0"/>
              </a:spcAft>
              <a:buFont typeface="Arial" panose="020B0604020202020204" pitchFamily="34" charset="0"/>
              <a:buChar char="​"/>
              <a:defRPr sz="2000">
                <a:solidFill>
                  <a:schemeClr val="tx1"/>
                </a:solidFill>
              </a:defRPr>
            </a:lvl4pPr>
            <a:lvl5pPr marL="0" indent="0">
              <a:lnSpc>
                <a:spcPct val="100000"/>
              </a:lnSpc>
              <a:spcBef>
                <a:spcPts val="0"/>
              </a:spcBef>
              <a:spcAft>
                <a:spcPts val="0"/>
              </a:spcAft>
              <a:buFont typeface="Arial" panose="020B0604020202020204" pitchFamily="34" charset="0"/>
              <a:buChar char="​"/>
              <a:defRPr sz="2000">
                <a:solidFill>
                  <a:schemeClr val="tx1"/>
                </a:solidFill>
              </a:defRPr>
            </a:lvl5pPr>
            <a:lvl6pPr marL="0" indent="0">
              <a:lnSpc>
                <a:spcPct val="100000"/>
              </a:lnSpc>
              <a:spcBef>
                <a:spcPts val="0"/>
              </a:spcBef>
              <a:spcAft>
                <a:spcPts val="0"/>
              </a:spcAft>
              <a:buFont typeface="Arial" panose="020B0604020202020204" pitchFamily="34" charset="0"/>
              <a:buChar char="​"/>
              <a:defRPr sz="2000">
                <a:solidFill>
                  <a:schemeClr val="tx1"/>
                </a:solidFill>
              </a:defRPr>
            </a:lvl6pPr>
            <a:lvl7pPr marL="0" indent="0">
              <a:lnSpc>
                <a:spcPct val="100000"/>
              </a:lnSpc>
              <a:spcBef>
                <a:spcPts val="0"/>
              </a:spcBef>
              <a:spcAft>
                <a:spcPts val="0"/>
              </a:spcAft>
              <a:buFont typeface="Arial" panose="020B0604020202020204" pitchFamily="34" charset="0"/>
              <a:buChar char="​"/>
              <a:defRPr sz="2000">
                <a:solidFill>
                  <a:schemeClr val="tx1"/>
                </a:solidFill>
              </a:defRPr>
            </a:lvl7pPr>
            <a:lvl8pPr marL="0" indent="0">
              <a:lnSpc>
                <a:spcPct val="100000"/>
              </a:lnSpc>
              <a:spcBef>
                <a:spcPts val="0"/>
              </a:spcBef>
              <a:spcAft>
                <a:spcPts val="0"/>
              </a:spcAft>
              <a:buFont typeface="Arial" panose="020B0604020202020204" pitchFamily="34" charset="0"/>
              <a:buChar char="​"/>
              <a:defRPr sz="2000">
                <a:solidFill>
                  <a:schemeClr val="tx1"/>
                </a:solidFill>
              </a:defRPr>
            </a:lvl8pPr>
            <a:lvl9pPr marL="0" indent="0">
              <a:lnSpc>
                <a:spcPct val="100000"/>
              </a:lnSpc>
              <a:spcBef>
                <a:spcPts val="0"/>
              </a:spcBef>
              <a:spcAft>
                <a:spcPts val="0"/>
              </a:spcAft>
              <a:buFont typeface="Arial" panose="020B0604020202020204" pitchFamily="34" charset="0"/>
              <a:buChar char="​"/>
              <a:defRPr sz="2000">
                <a:solidFill>
                  <a:schemeClr val="tx1"/>
                </a:solidFill>
              </a:defRPr>
            </a:lvl9pPr>
          </a:lstStyle>
          <a:p>
            <a:pPr lvl="0"/>
            <a:r>
              <a:rPr lang="en-GB"/>
              <a:t>Type your Title in no more than three lines</a:t>
            </a:r>
            <a:endParaRPr lang="en-GB" dirty="0"/>
          </a:p>
        </p:txBody>
      </p:sp>
      <p:sp>
        <p:nvSpPr>
          <p:cNvPr id="3" name="Subtitle"/>
          <p:cNvSpPr>
            <a:spLocks noGrp="1"/>
          </p:cNvSpPr>
          <p:nvPr>
            <p:ph type="body" sz="quarter" idx="11" hasCustomPrompt="1"/>
          </p:nvPr>
        </p:nvSpPr>
        <p:spPr>
          <a:xfrm>
            <a:off x="457200" y="4830084"/>
            <a:ext cx="9321800" cy="307777"/>
          </a:xfrm>
        </p:spPr>
        <p:txBody>
          <a:bodyPr lIns="0" tIns="0" rIns="0" bIns="0">
            <a:spAutoFit/>
          </a:bodyPr>
          <a:lstStyle>
            <a:lvl1pPr marL="0" indent="0">
              <a:spcBef>
                <a:spcPts val="0"/>
              </a:spcBef>
              <a:spcAft>
                <a:spcPts val="0"/>
              </a:spcAft>
              <a:buFont typeface="Arial" panose="020B0604020202020204" pitchFamily="34" charset="0"/>
              <a:buChar char="​"/>
              <a:defRPr sz="2000">
                <a:solidFill>
                  <a:schemeClr val="tx1"/>
                </a:solidFill>
              </a:defRPr>
            </a:lvl1pPr>
            <a:lvl2pPr marL="0" indent="0">
              <a:spcBef>
                <a:spcPts val="0"/>
              </a:spcBef>
              <a:spcAft>
                <a:spcPts val="0"/>
              </a:spcAft>
              <a:buFont typeface="Arial" panose="020B0604020202020204" pitchFamily="34" charset="0"/>
              <a:buChar char="​"/>
              <a:defRPr sz="2000">
                <a:solidFill>
                  <a:schemeClr val="tx1"/>
                </a:solidFill>
              </a:defRPr>
            </a:lvl2pPr>
            <a:lvl3pPr marL="0" indent="0">
              <a:spcBef>
                <a:spcPts val="0"/>
              </a:spcBef>
              <a:spcAft>
                <a:spcPts val="0"/>
              </a:spcAft>
              <a:buFont typeface="Arial" panose="020B0604020202020204" pitchFamily="34" charset="0"/>
              <a:buChar char="​"/>
              <a:defRPr sz="2000">
                <a:solidFill>
                  <a:schemeClr val="tx1"/>
                </a:solidFill>
              </a:defRPr>
            </a:lvl3pPr>
            <a:lvl4pPr marL="0" indent="0">
              <a:spcBef>
                <a:spcPts val="0"/>
              </a:spcBef>
              <a:spcAft>
                <a:spcPts val="0"/>
              </a:spcAft>
              <a:buFont typeface="Arial" panose="020B0604020202020204" pitchFamily="34" charset="0"/>
              <a:buChar char="​"/>
              <a:defRPr sz="2000">
                <a:solidFill>
                  <a:schemeClr val="tx1"/>
                </a:solidFill>
              </a:defRPr>
            </a:lvl4pPr>
            <a:lvl5pPr marL="0" indent="0">
              <a:spcBef>
                <a:spcPts val="0"/>
              </a:spcBef>
              <a:spcAft>
                <a:spcPts val="0"/>
              </a:spcAft>
              <a:buFont typeface="Arial" panose="020B0604020202020204" pitchFamily="34" charset="0"/>
              <a:buChar char="​"/>
              <a:defRPr sz="2000">
                <a:solidFill>
                  <a:schemeClr val="tx1"/>
                </a:solidFill>
              </a:defRPr>
            </a:lvl5pPr>
            <a:lvl6pPr marL="0" indent="0">
              <a:spcBef>
                <a:spcPts val="0"/>
              </a:spcBef>
              <a:spcAft>
                <a:spcPts val="0"/>
              </a:spcAft>
              <a:buFont typeface="Arial" panose="020B0604020202020204" pitchFamily="34" charset="0"/>
              <a:buChar char="​"/>
              <a:defRPr sz="2000">
                <a:solidFill>
                  <a:schemeClr val="tx1"/>
                </a:solidFill>
              </a:defRPr>
            </a:lvl6pPr>
            <a:lvl7pPr marL="0" indent="0">
              <a:spcBef>
                <a:spcPts val="0"/>
              </a:spcBef>
              <a:spcAft>
                <a:spcPts val="0"/>
              </a:spcAft>
              <a:buFont typeface="Arial" panose="020B0604020202020204" pitchFamily="34" charset="0"/>
              <a:buChar char="​"/>
              <a:defRPr sz="2000">
                <a:solidFill>
                  <a:schemeClr val="tx1"/>
                </a:solidFill>
              </a:defRPr>
            </a:lvl7pPr>
            <a:lvl8pPr marL="0" indent="0">
              <a:spcBef>
                <a:spcPts val="0"/>
              </a:spcBef>
              <a:spcAft>
                <a:spcPts val="0"/>
              </a:spcAft>
              <a:buFont typeface="Arial" panose="020B0604020202020204" pitchFamily="34" charset="0"/>
              <a:buChar char="​"/>
              <a:defRPr sz="2000">
                <a:solidFill>
                  <a:schemeClr val="tx1"/>
                </a:solidFill>
              </a:defRPr>
            </a:lvl8pPr>
            <a:lvl9pPr marL="0" indent="0">
              <a:spcBef>
                <a:spcPts val="0"/>
              </a:spcBef>
              <a:spcAft>
                <a:spcPts val="0"/>
              </a:spcAft>
              <a:buFont typeface="Arial" panose="020B0604020202020204" pitchFamily="34" charset="0"/>
              <a:buChar char="​"/>
              <a:defRPr sz="2000">
                <a:solidFill>
                  <a:schemeClr val="tx1"/>
                </a:solidFill>
              </a:defRPr>
            </a:lvl9pPr>
          </a:lstStyle>
          <a:p>
            <a:pPr lvl="0"/>
            <a:r>
              <a:rPr lang="en-GB"/>
              <a:t>Type your subtitle here</a:t>
            </a:r>
            <a:endParaRPr lang="en-GB" dirty="0"/>
          </a:p>
        </p:txBody>
      </p:sp>
      <p:sp>
        <p:nvSpPr>
          <p:cNvPr id="4" name="Presenter"/>
          <p:cNvSpPr>
            <a:spLocks noGrp="1"/>
          </p:cNvSpPr>
          <p:nvPr>
            <p:ph type="body" sz="quarter" idx="13" hasCustomPrompt="1"/>
          </p:nvPr>
        </p:nvSpPr>
        <p:spPr>
          <a:xfrm>
            <a:off x="457200" y="5754469"/>
            <a:ext cx="9321800" cy="646331"/>
          </a:xfrm>
        </p:spPr>
        <p:txBody>
          <a:bodyPr lIns="0" tIns="0" rIns="0" bIns="0" anchor="b">
            <a:spAutoFit/>
          </a:bodyPr>
          <a:lstStyle>
            <a:lvl1pPr marL="0" indent="0" fontAlgn="base">
              <a:spcBef>
                <a:spcPts val="0"/>
              </a:spcBef>
              <a:spcAft>
                <a:spcPts val="0"/>
              </a:spcAft>
              <a:buFont typeface="Arial" panose="020B0604020202020204" pitchFamily="34" charset="0"/>
              <a:buChar char="​"/>
              <a:defRPr sz="1400">
                <a:solidFill>
                  <a:schemeClr val="tx1"/>
                </a:solidFill>
              </a:defRPr>
            </a:lvl1pPr>
            <a:lvl2pPr marL="0" indent="0" fontAlgn="base">
              <a:spcBef>
                <a:spcPts val="0"/>
              </a:spcBef>
              <a:spcAft>
                <a:spcPts val="0"/>
              </a:spcAft>
              <a:buFont typeface="Arial" panose="020B0604020202020204" pitchFamily="34" charset="0"/>
              <a:buChar char="​"/>
              <a:defRPr sz="1400">
                <a:solidFill>
                  <a:schemeClr val="tx1"/>
                </a:solidFill>
              </a:defRPr>
            </a:lvl2pPr>
            <a:lvl3pPr marL="0" indent="0">
              <a:spcBef>
                <a:spcPts val="0"/>
              </a:spcBef>
              <a:spcAft>
                <a:spcPts val="0"/>
              </a:spcAft>
              <a:buFont typeface="Arial" panose="020B0604020202020204" pitchFamily="34" charset="0"/>
              <a:buChar char="​"/>
              <a:defRPr sz="1400">
                <a:solidFill>
                  <a:schemeClr val="tx1"/>
                </a:solidFill>
              </a:defRPr>
            </a:lvl3pPr>
            <a:lvl4pPr marL="0" indent="0">
              <a:spcBef>
                <a:spcPts val="0"/>
              </a:spcBef>
              <a:spcAft>
                <a:spcPts val="0"/>
              </a:spcAft>
              <a:buFont typeface="Arial" panose="020B0604020202020204" pitchFamily="34" charset="0"/>
              <a:buChar char="​"/>
              <a:defRPr sz="1400">
                <a:solidFill>
                  <a:schemeClr val="tx1"/>
                </a:solidFill>
              </a:defRPr>
            </a:lvl4pPr>
            <a:lvl5pPr marL="0" indent="0">
              <a:spcBef>
                <a:spcPts val="0"/>
              </a:spcBef>
              <a:spcAft>
                <a:spcPts val="0"/>
              </a:spcAft>
              <a:buFont typeface="Arial" panose="020B0604020202020204" pitchFamily="34" charset="0"/>
              <a:buChar char="​"/>
              <a:defRPr sz="1400">
                <a:solidFill>
                  <a:schemeClr val="tx1"/>
                </a:solidFill>
              </a:defRPr>
            </a:lvl5pPr>
            <a:lvl6pPr marL="0" indent="0">
              <a:spcBef>
                <a:spcPts val="0"/>
              </a:spcBef>
              <a:spcAft>
                <a:spcPts val="0"/>
              </a:spcAft>
              <a:buFont typeface="Arial" panose="020B0604020202020204" pitchFamily="34" charset="0"/>
              <a:buChar char="​"/>
              <a:defRPr sz="1400">
                <a:solidFill>
                  <a:schemeClr val="tx1"/>
                </a:solidFill>
              </a:defRPr>
            </a:lvl6pPr>
            <a:lvl7pPr marL="0" indent="0">
              <a:spcBef>
                <a:spcPts val="0"/>
              </a:spcBef>
              <a:spcAft>
                <a:spcPts val="0"/>
              </a:spcAft>
              <a:buFont typeface="Arial" panose="020B0604020202020204" pitchFamily="34" charset="0"/>
              <a:buChar char="​"/>
              <a:defRPr sz="1400">
                <a:solidFill>
                  <a:schemeClr val="tx1"/>
                </a:solidFill>
              </a:defRPr>
            </a:lvl7pPr>
            <a:lvl8pPr marL="0" indent="0">
              <a:spcBef>
                <a:spcPts val="0"/>
              </a:spcBef>
              <a:spcAft>
                <a:spcPts val="0"/>
              </a:spcAft>
              <a:buFont typeface="Arial" panose="020B0604020202020204" pitchFamily="34" charset="0"/>
              <a:buChar char="​"/>
              <a:defRPr sz="1400">
                <a:solidFill>
                  <a:schemeClr val="tx1"/>
                </a:solidFill>
              </a:defRPr>
            </a:lvl8pPr>
            <a:lvl9pPr marL="0" indent="0">
              <a:spcBef>
                <a:spcPts val="0"/>
              </a:spcBef>
              <a:spcAft>
                <a:spcPts val="0"/>
              </a:spcAft>
              <a:buFont typeface="Arial" panose="020B0604020202020204" pitchFamily="34" charset="0"/>
              <a:buChar char="​"/>
              <a:defRPr sz="1400">
                <a:solidFill>
                  <a:schemeClr val="tx1"/>
                </a:solidFill>
              </a:defRPr>
            </a:lvl9pPr>
          </a:lstStyle>
          <a:p>
            <a:pPr lvl="0"/>
            <a:r>
              <a:rPr lang="en-GB"/>
              <a:t>Date</a:t>
            </a:r>
            <a:br>
              <a:rPr lang="en-GB"/>
            </a:br>
            <a:br>
              <a:rPr lang="en-GB"/>
            </a:br>
            <a:r>
              <a:rPr lang="en-GB"/>
              <a:t>Presenter, Location (optional) | Presenter 2, Location 2 (optional) | etc.</a:t>
            </a:r>
            <a:endParaRPr lang="en-GB" dirty="0"/>
          </a:p>
        </p:txBody>
      </p:sp>
      <p:pic>
        <p:nvPicPr>
          <p:cNvPr id="6" name="DTP_CompanyLogo_112">
            <a:extLst>
              <a:ext uri="{FF2B5EF4-FFF2-40B4-BE49-F238E27FC236}">
                <a16:creationId xmlns:a16="http://schemas.microsoft.com/office/drawing/2014/main" id="{58B97EBF-04ED-ABB4-CEC0-03C06557D52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7199" y="393188"/>
            <a:ext cx="2453640" cy="46939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Content"/>
          <p:cNvSpPr>
            <a:spLocks noGrp="1"/>
          </p:cNvSpPr>
          <p:nvPr>
            <p:ph idx="1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cSld>
  <p:clrMapOvr>
    <a:masterClrMapping/>
  </p:clrMapOvr>
  <p:extLst>
    <p:ext uri="{DCECCB84-F9BA-43D5-87BE-67443E8EF086}">
      <p15:sldGuideLst xmlns:p15="http://schemas.microsoft.com/office/powerpoint/2012/main">
        <p15:guide id="1" orient="horz" pos="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Tree>
  </p:cSld>
  <p:clrMapOvr>
    <a:masterClrMapping/>
  </p:clrMapOvr>
  <p:extLst>
    <p:ext uri="{DCECCB84-F9BA-43D5-87BE-67443E8EF086}">
      <p15:sldGuideLst xmlns:p15="http://schemas.microsoft.com/office/powerpoint/2012/main">
        <p15:guide id="1" orient="horz" pos="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Heading"/>
          <p:cNvSpPr>
            <a:spLocks noGrp="1"/>
          </p:cNvSpPr>
          <p:nvPr>
            <p:ph type="body" idx="10" hasCustomPrompt="1"/>
          </p:nvPr>
        </p:nvSpPr>
        <p:spPr>
          <a:xfrm>
            <a:off x="457200" y="1399032"/>
            <a:ext cx="112776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Tree>
  </p:cSld>
  <p:clrMapOvr>
    <a:masterClrMapping/>
  </p:clrMapOvr>
  <p:extLst>
    <p:ext uri="{DCECCB84-F9BA-43D5-87BE-67443E8EF086}">
      <p15:sldGuideLst xmlns:p15="http://schemas.microsoft.com/office/powerpoint/2012/main">
        <p15:guide id="3" orient="horz" pos="880" userDrawn="1">
          <p15:clr>
            <a:srgbClr val="FBAE40"/>
          </p15:clr>
        </p15:guide>
        <p15:guide id="5" orient="horz" pos="118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Heading"/>
          <p:cNvSpPr>
            <a:spLocks noGrp="1"/>
          </p:cNvSpPr>
          <p:nvPr>
            <p:ph type="body" idx="10" hasCustomPrompt="1"/>
          </p:nvPr>
        </p:nvSpPr>
        <p:spPr>
          <a:xfrm>
            <a:off x="457200" y="1399032"/>
            <a:ext cx="112776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4" name="Content"/>
          <p:cNvSpPr>
            <a:spLocks noGrp="1"/>
          </p:cNvSpPr>
          <p:nvPr>
            <p:ph idx="11"/>
          </p:nvPr>
        </p:nvSpPr>
        <p:spPr>
          <a:xfrm>
            <a:off x="457200" y="1883664"/>
            <a:ext cx="112776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cSld>
  <p:clrMapOvr>
    <a:masterClrMapping/>
  </p:clrMapOvr>
  <p:extLst>
    <p:ext uri="{DCECCB84-F9BA-43D5-87BE-67443E8EF086}">
      <p15:sldGuideLst xmlns:p15="http://schemas.microsoft.com/office/powerpoint/2012/main">
        <p15:guide id="3" orient="horz" pos="880" userDrawn="1">
          <p15:clr>
            <a:srgbClr val="FBAE40"/>
          </p15:clr>
        </p15:guide>
        <p15:guide id="6" orient="horz" pos="118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ig portrait photo on right">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963C4256-FB04-439A-992B-410C42319741}"/>
              </a:ext>
            </a:extLst>
          </p:cNvPr>
          <p:cNvSpPr>
            <a:spLocks noGrp="1"/>
          </p:cNvSpPr>
          <p:nvPr>
            <p:ph type="title"/>
          </p:nvPr>
        </p:nvSpPr>
        <p:spPr>
          <a:xfrm>
            <a:off x="457200" y="384048"/>
            <a:ext cx="7365998" cy="758952"/>
          </a:xfrm>
        </p:spPr>
        <p:txBody>
          <a:bodyPr/>
          <a:lstStyle/>
          <a:p>
            <a:r>
              <a:rPr lang="en-GB"/>
              <a:t>Click to edit Master title style</a:t>
            </a:r>
            <a:endParaRPr lang="en-GB" dirty="0"/>
          </a:p>
        </p:txBody>
      </p:sp>
      <p:sp>
        <p:nvSpPr>
          <p:cNvPr id="3" name="Heading"/>
          <p:cNvSpPr>
            <a:spLocks noGrp="1"/>
          </p:cNvSpPr>
          <p:nvPr>
            <p:ph type="body" idx="10" hasCustomPrompt="1"/>
          </p:nvPr>
        </p:nvSpPr>
        <p:spPr>
          <a:xfrm>
            <a:off x="457199" y="1399032"/>
            <a:ext cx="73660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4" name="Content"/>
          <p:cNvSpPr>
            <a:spLocks noGrp="1"/>
          </p:cNvSpPr>
          <p:nvPr>
            <p:ph sz="half" idx="11"/>
          </p:nvPr>
        </p:nvSpPr>
        <p:spPr>
          <a:xfrm>
            <a:off x="457198" y="1883664"/>
            <a:ext cx="73660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Picture">
            <a:extLst>
              <a:ext uri="{FF2B5EF4-FFF2-40B4-BE49-F238E27FC236}">
                <a16:creationId xmlns:a16="http://schemas.microsoft.com/office/drawing/2014/main" id="{0D3F1C2C-B46E-4074-AA0F-9EAD49A9905B}"/>
              </a:ext>
            </a:extLst>
          </p:cNvPr>
          <p:cNvSpPr>
            <a:spLocks noGrp="1"/>
          </p:cNvSpPr>
          <p:nvPr>
            <p:ph type="pic" sz="quarter" idx="20"/>
          </p:nvPr>
        </p:nvSpPr>
        <p:spPr>
          <a:xfrm>
            <a:off x="8280400" y="0"/>
            <a:ext cx="3911600" cy="6858000"/>
          </a:xfrm>
        </p:spPr>
        <p:txBody>
          <a:bodyPr tIns="640080" anchor="ctr"/>
          <a:lstStyle>
            <a:lvl1pPr marL="0" indent="0" algn="ctr">
              <a:buNone/>
              <a:defRPr sz="1400">
                <a:solidFill>
                  <a:schemeClr val="accent3"/>
                </a:solidFill>
              </a:defRPr>
            </a:lvl1pPr>
          </a:lstStyle>
          <a:p>
            <a:r>
              <a:rPr lang="en-GB"/>
              <a:t>Click icon to add picture</a:t>
            </a:r>
            <a:endParaRPr lang="en-GB" dirty="0"/>
          </a:p>
        </p:txBody>
      </p:sp>
    </p:spTree>
    <p:extLst>
      <p:ext uri="{BB962C8B-B14F-4D97-AF65-F5344CB8AC3E}">
        <p14:creationId xmlns:p14="http://schemas.microsoft.com/office/powerpoint/2010/main" val="734816418"/>
      </p:ext>
    </p:extLst>
  </p:cSld>
  <p:clrMapOvr>
    <a:masterClrMapping/>
  </p:clrMapOvr>
  <p:extLst>
    <p:ext uri="{DCECCB84-F9BA-43D5-87BE-67443E8EF086}">
      <p15:sldGuideLst xmlns:p15="http://schemas.microsoft.com/office/powerpoint/2012/main">
        <p15:guide id="1" orient="horz" pos="880">
          <p15:clr>
            <a:srgbClr val="FBAE40"/>
          </p15:clr>
        </p15:guide>
        <p15:guide id="4" orient="horz" pos="1184">
          <p15:clr>
            <a:srgbClr val="FBAE40"/>
          </p15:clr>
        </p15:guide>
        <p15:guide id="6" pos="4928" userDrawn="1">
          <p15:clr>
            <a:srgbClr val="FBAE40"/>
          </p15:clr>
        </p15:guide>
        <p15:guide id="9" pos="521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Color">
    <p:bg>
      <p:bgPr>
        <a:solidFill>
          <a:schemeClr val="accent1"/>
        </a:solidFill>
        <a:effectLst/>
      </p:bgPr>
    </p:bg>
    <p:spTree>
      <p:nvGrpSpPr>
        <p:cNvPr id="1" name=""/>
        <p:cNvGrpSpPr/>
        <p:nvPr/>
      </p:nvGrpSpPr>
      <p:grpSpPr>
        <a:xfrm>
          <a:off x="0" y="0"/>
          <a:ext cx="0" cy="0"/>
          <a:chOff x="0" y="0"/>
          <a:chExt cx="0" cy="0"/>
        </a:xfrm>
      </p:grpSpPr>
      <p:sp>
        <p:nvSpPr>
          <p:cNvPr id="2" name="Title"/>
          <p:cNvSpPr>
            <a:spLocks noGrp="1"/>
          </p:cNvSpPr>
          <p:nvPr>
            <p:ph type="body" sz="quarter" idx="10" hasCustomPrompt="1"/>
          </p:nvPr>
        </p:nvSpPr>
        <p:spPr>
          <a:xfrm>
            <a:off x="457200" y="1992768"/>
            <a:ext cx="9321800" cy="2837315"/>
          </a:xfrm>
        </p:spPr>
        <p:txBody>
          <a:bodyPr lIns="0" tIns="0" rIns="0" bIns="0" anchor="b">
            <a:spAutoFit/>
          </a:bodyPr>
          <a:lstStyle>
            <a:lvl1pPr marL="0" indent="0" fontAlgn="base">
              <a:lnSpc>
                <a:spcPct val="85000"/>
              </a:lnSpc>
              <a:spcBef>
                <a:spcPts val="0"/>
              </a:spcBef>
              <a:spcAft>
                <a:spcPts val="0"/>
              </a:spcAft>
              <a:buFont typeface="Arial" panose="020B0604020202020204" pitchFamily="34" charset="0"/>
              <a:buChar char="​"/>
              <a:defRPr sz="7200" b="1">
                <a:solidFill>
                  <a:schemeClr val="tx1"/>
                </a:solidFill>
                <a:latin typeface="+mj-lt"/>
                <a:ea typeface="+mj-ea"/>
                <a:cs typeface="+mj-cs"/>
              </a:defRPr>
            </a:lvl1pPr>
            <a:lvl2pPr marL="0" indent="0" fontAlgn="base">
              <a:lnSpc>
                <a:spcPct val="100000"/>
              </a:lnSpc>
              <a:spcBef>
                <a:spcPts val="0"/>
              </a:spcBef>
              <a:spcAft>
                <a:spcPts val="0"/>
              </a:spcAft>
              <a:buFont typeface="Arial" panose="020B0604020202020204" pitchFamily="34" charset="0"/>
              <a:buChar char="​"/>
              <a:defRPr sz="2000">
                <a:solidFill>
                  <a:schemeClr val="tx1"/>
                </a:solidFill>
              </a:defRPr>
            </a:lvl2pPr>
            <a:lvl3pPr marL="0" indent="0">
              <a:lnSpc>
                <a:spcPct val="100000"/>
              </a:lnSpc>
              <a:spcBef>
                <a:spcPts val="0"/>
              </a:spcBef>
              <a:spcAft>
                <a:spcPts val="0"/>
              </a:spcAft>
              <a:buFont typeface="Arial" panose="020B0604020202020204" pitchFamily="34" charset="0"/>
              <a:buChar char="​"/>
              <a:defRPr sz="2000">
                <a:solidFill>
                  <a:schemeClr val="tx1"/>
                </a:solidFill>
              </a:defRPr>
            </a:lvl3pPr>
            <a:lvl4pPr marL="0" indent="0">
              <a:lnSpc>
                <a:spcPct val="100000"/>
              </a:lnSpc>
              <a:spcBef>
                <a:spcPts val="0"/>
              </a:spcBef>
              <a:spcAft>
                <a:spcPts val="0"/>
              </a:spcAft>
              <a:buFont typeface="Arial" panose="020B0604020202020204" pitchFamily="34" charset="0"/>
              <a:buChar char="​"/>
              <a:defRPr sz="2000">
                <a:solidFill>
                  <a:schemeClr val="tx1"/>
                </a:solidFill>
              </a:defRPr>
            </a:lvl4pPr>
            <a:lvl5pPr marL="0" indent="0">
              <a:lnSpc>
                <a:spcPct val="100000"/>
              </a:lnSpc>
              <a:spcBef>
                <a:spcPts val="0"/>
              </a:spcBef>
              <a:spcAft>
                <a:spcPts val="0"/>
              </a:spcAft>
              <a:buFont typeface="Arial" panose="020B0604020202020204" pitchFamily="34" charset="0"/>
              <a:buChar char="​"/>
              <a:defRPr sz="2000">
                <a:solidFill>
                  <a:schemeClr val="tx1"/>
                </a:solidFill>
              </a:defRPr>
            </a:lvl5pPr>
            <a:lvl6pPr marL="0" indent="0">
              <a:lnSpc>
                <a:spcPct val="100000"/>
              </a:lnSpc>
              <a:spcBef>
                <a:spcPts val="0"/>
              </a:spcBef>
              <a:spcAft>
                <a:spcPts val="0"/>
              </a:spcAft>
              <a:buFont typeface="Arial" panose="020B0604020202020204" pitchFamily="34" charset="0"/>
              <a:buChar char="​"/>
              <a:defRPr sz="2000">
                <a:solidFill>
                  <a:schemeClr val="tx1"/>
                </a:solidFill>
              </a:defRPr>
            </a:lvl6pPr>
            <a:lvl7pPr marL="0" indent="0">
              <a:lnSpc>
                <a:spcPct val="100000"/>
              </a:lnSpc>
              <a:spcBef>
                <a:spcPts val="0"/>
              </a:spcBef>
              <a:spcAft>
                <a:spcPts val="0"/>
              </a:spcAft>
              <a:buFont typeface="Arial" panose="020B0604020202020204" pitchFamily="34" charset="0"/>
              <a:buChar char="​"/>
              <a:defRPr sz="2000">
                <a:solidFill>
                  <a:schemeClr val="tx1"/>
                </a:solidFill>
              </a:defRPr>
            </a:lvl7pPr>
            <a:lvl8pPr marL="0" indent="0">
              <a:lnSpc>
                <a:spcPct val="100000"/>
              </a:lnSpc>
              <a:spcBef>
                <a:spcPts val="0"/>
              </a:spcBef>
              <a:spcAft>
                <a:spcPts val="0"/>
              </a:spcAft>
              <a:buFont typeface="Arial" panose="020B0604020202020204" pitchFamily="34" charset="0"/>
              <a:buChar char="​"/>
              <a:defRPr sz="2000">
                <a:solidFill>
                  <a:schemeClr val="tx1"/>
                </a:solidFill>
              </a:defRPr>
            </a:lvl8pPr>
            <a:lvl9pPr marL="0" indent="0">
              <a:lnSpc>
                <a:spcPct val="100000"/>
              </a:lnSpc>
              <a:spcBef>
                <a:spcPts val="0"/>
              </a:spcBef>
              <a:spcAft>
                <a:spcPts val="0"/>
              </a:spcAft>
              <a:buFont typeface="Arial" panose="020B0604020202020204" pitchFamily="34" charset="0"/>
              <a:buChar char="​"/>
              <a:defRPr sz="2000">
                <a:solidFill>
                  <a:schemeClr val="tx1"/>
                </a:solidFill>
              </a:defRPr>
            </a:lvl9pPr>
          </a:lstStyle>
          <a:p>
            <a:pPr lvl="0"/>
            <a:r>
              <a:rPr lang="en-GB"/>
              <a:t>Type your Title in no more than three lines</a:t>
            </a:r>
            <a:endParaRPr lang="en-GB" dirty="0"/>
          </a:p>
        </p:txBody>
      </p:sp>
      <p:sp>
        <p:nvSpPr>
          <p:cNvPr id="3" name="Subtitle"/>
          <p:cNvSpPr>
            <a:spLocks noGrp="1"/>
          </p:cNvSpPr>
          <p:nvPr>
            <p:ph type="body" sz="quarter" idx="11" hasCustomPrompt="1"/>
          </p:nvPr>
        </p:nvSpPr>
        <p:spPr>
          <a:xfrm>
            <a:off x="457200" y="4830084"/>
            <a:ext cx="9321800" cy="307777"/>
          </a:xfrm>
        </p:spPr>
        <p:txBody>
          <a:bodyPr lIns="0" tIns="0" rIns="0" bIns="0">
            <a:spAutoFit/>
          </a:bodyPr>
          <a:lstStyle>
            <a:lvl1pPr marL="0" indent="0">
              <a:spcBef>
                <a:spcPts val="0"/>
              </a:spcBef>
              <a:spcAft>
                <a:spcPts val="0"/>
              </a:spcAft>
              <a:buFont typeface="Arial" panose="020B0604020202020204" pitchFamily="34" charset="0"/>
              <a:buChar char="​"/>
              <a:defRPr sz="2000">
                <a:solidFill>
                  <a:schemeClr val="tx1"/>
                </a:solidFill>
              </a:defRPr>
            </a:lvl1pPr>
            <a:lvl2pPr marL="0" indent="0">
              <a:spcBef>
                <a:spcPts val="0"/>
              </a:spcBef>
              <a:spcAft>
                <a:spcPts val="0"/>
              </a:spcAft>
              <a:buFont typeface="Arial" panose="020B0604020202020204" pitchFamily="34" charset="0"/>
              <a:buChar char="​"/>
              <a:defRPr sz="2000">
                <a:solidFill>
                  <a:schemeClr val="tx1"/>
                </a:solidFill>
              </a:defRPr>
            </a:lvl2pPr>
            <a:lvl3pPr marL="0" indent="0">
              <a:spcBef>
                <a:spcPts val="0"/>
              </a:spcBef>
              <a:spcAft>
                <a:spcPts val="0"/>
              </a:spcAft>
              <a:buFont typeface="Arial" panose="020B0604020202020204" pitchFamily="34" charset="0"/>
              <a:buChar char="​"/>
              <a:defRPr sz="2000">
                <a:solidFill>
                  <a:schemeClr val="tx1"/>
                </a:solidFill>
              </a:defRPr>
            </a:lvl3pPr>
            <a:lvl4pPr marL="0" indent="0">
              <a:spcBef>
                <a:spcPts val="0"/>
              </a:spcBef>
              <a:spcAft>
                <a:spcPts val="0"/>
              </a:spcAft>
              <a:buFont typeface="Arial" panose="020B0604020202020204" pitchFamily="34" charset="0"/>
              <a:buChar char="​"/>
              <a:defRPr sz="2000">
                <a:solidFill>
                  <a:schemeClr val="tx1"/>
                </a:solidFill>
              </a:defRPr>
            </a:lvl4pPr>
            <a:lvl5pPr marL="0" indent="0">
              <a:spcBef>
                <a:spcPts val="0"/>
              </a:spcBef>
              <a:spcAft>
                <a:spcPts val="0"/>
              </a:spcAft>
              <a:buFont typeface="Arial" panose="020B0604020202020204" pitchFamily="34" charset="0"/>
              <a:buChar char="​"/>
              <a:defRPr sz="2000">
                <a:solidFill>
                  <a:schemeClr val="tx1"/>
                </a:solidFill>
              </a:defRPr>
            </a:lvl5pPr>
            <a:lvl6pPr marL="0" indent="0">
              <a:spcBef>
                <a:spcPts val="0"/>
              </a:spcBef>
              <a:spcAft>
                <a:spcPts val="0"/>
              </a:spcAft>
              <a:buFont typeface="Arial" panose="020B0604020202020204" pitchFamily="34" charset="0"/>
              <a:buChar char="​"/>
              <a:defRPr sz="2000">
                <a:solidFill>
                  <a:schemeClr val="tx1"/>
                </a:solidFill>
              </a:defRPr>
            </a:lvl6pPr>
            <a:lvl7pPr marL="0" indent="0">
              <a:spcBef>
                <a:spcPts val="0"/>
              </a:spcBef>
              <a:spcAft>
                <a:spcPts val="0"/>
              </a:spcAft>
              <a:buFont typeface="Arial" panose="020B0604020202020204" pitchFamily="34" charset="0"/>
              <a:buChar char="​"/>
              <a:defRPr sz="2000">
                <a:solidFill>
                  <a:schemeClr val="tx1"/>
                </a:solidFill>
              </a:defRPr>
            </a:lvl7pPr>
            <a:lvl8pPr marL="0" indent="0">
              <a:spcBef>
                <a:spcPts val="0"/>
              </a:spcBef>
              <a:spcAft>
                <a:spcPts val="0"/>
              </a:spcAft>
              <a:buFont typeface="Arial" panose="020B0604020202020204" pitchFamily="34" charset="0"/>
              <a:buChar char="​"/>
              <a:defRPr sz="2000">
                <a:solidFill>
                  <a:schemeClr val="tx1"/>
                </a:solidFill>
              </a:defRPr>
            </a:lvl8pPr>
            <a:lvl9pPr marL="0" indent="0">
              <a:spcBef>
                <a:spcPts val="0"/>
              </a:spcBef>
              <a:spcAft>
                <a:spcPts val="0"/>
              </a:spcAft>
              <a:buFont typeface="Arial" panose="020B0604020202020204" pitchFamily="34" charset="0"/>
              <a:buChar char="​"/>
              <a:defRPr sz="2000">
                <a:solidFill>
                  <a:schemeClr val="tx1"/>
                </a:solidFill>
              </a:defRPr>
            </a:lvl9pPr>
          </a:lstStyle>
          <a:p>
            <a:pPr lvl="0"/>
            <a:r>
              <a:rPr lang="en-GB"/>
              <a:t>Type your subtitle here</a:t>
            </a:r>
            <a:endParaRPr lang="en-GB" dirty="0"/>
          </a:p>
        </p:txBody>
      </p:sp>
      <p:sp>
        <p:nvSpPr>
          <p:cNvPr id="4" name="Presenter"/>
          <p:cNvSpPr>
            <a:spLocks noGrp="1"/>
          </p:cNvSpPr>
          <p:nvPr>
            <p:ph type="body" sz="quarter" idx="13" hasCustomPrompt="1"/>
          </p:nvPr>
        </p:nvSpPr>
        <p:spPr>
          <a:xfrm>
            <a:off x="457200" y="5754469"/>
            <a:ext cx="9321800" cy="646331"/>
          </a:xfrm>
        </p:spPr>
        <p:txBody>
          <a:bodyPr lIns="0" tIns="0" rIns="0" bIns="0" anchor="b">
            <a:spAutoFit/>
          </a:bodyPr>
          <a:lstStyle>
            <a:lvl1pPr marL="0" indent="0" fontAlgn="base">
              <a:spcBef>
                <a:spcPts val="0"/>
              </a:spcBef>
              <a:spcAft>
                <a:spcPts val="0"/>
              </a:spcAft>
              <a:buFont typeface="Arial" panose="020B0604020202020204" pitchFamily="34" charset="0"/>
              <a:buChar char="​"/>
              <a:defRPr sz="1400">
                <a:solidFill>
                  <a:schemeClr val="tx1"/>
                </a:solidFill>
              </a:defRPr>
            </a:lvl1pPr>
            <a:lvl2pPr marL="0" indent="0" fontAlgn="base">
              <a:spcBef>
                <a:spcPts val="0"/>
              </a:spcBef>
              <a:spcAft>
                <a:spcPts val="0"/>
              </a:spcAft>
              <a:buFont typeface="Arial" panose="020B0604020202020204" pitchFamily="34" charset="0"/>
              <a:buChar char="​"/>
              <a:defRPr sz="1400">
                <a:solidFill>
                  <a:schemeClr val="tx1"/>
                </a:solidFill>
              </a:defRPr>
            </a:lvl2pPr>
            <a:lvl3pPr marL="0" indent="0">
              <a:spcBef>
                <a:spcPts val="0"/>
              </a:spcBef>
              <a:spcAft>
                <a:spcPts val="0"/>
              </a:spcAft>
              <a:buFont typeface="Arial" panose="020B0604020202020204" pitchFamily="34" charset="0"/>
              <a:buChar char="​"/>
              <a:defRPr sz="1400">
                <a:solidFill>
                  <a:schemeClr val="tx1"/>
                </a:solidFill>
              </a:defRPr>
            </a:lvl3pPr>
            <a:lvl4pPr marL="0" indent="0">
              <a:spcBef>
                <a:spcPts val="0"/>
              </a:spcBef>
              <a:spcAft>
                <a:spcPts val="0"/>
              </a:spcAft>
              <a:buFont typeface="Arial" panose="020B0604020202020204" pitchFamily="34" charset="0"/>
              <a:buChar char="​"/>
              <a:defRPr sz="1400">
                <a:solidFill>
                  <a:schemeClr val="tx1"/>
                </a:solidFill>
              </a:defRPr>
            </a:lvl4pPr>
            <a:lvl5pPr marL="0" indent="0">
              <a:spcBef>
                <a:spcPts val="0"/>
              </a:spcBef>
              <a:spcAft>
                <a:spcPts val="0"/>
              </a:spcAft>
              <a:buFont typeface="Arial" panose="020B0604020202020204" pitchFamily="34" charset="0"/>
              <a:buChar char="​"/>
              <a:defRPr sz="1400">
                <a:solidFill>
                  <a:schemeClr val="tx1"/>
                </a:solidFill>
              </a:defRPr>
            </a:lvl5pPr>
            <a:lvl6pPr marL="0" indent="0">
              <a:spcBef>
                <a:spcPts val="0"/>
              </a:spcBef>
              <a:spcAft>
                <a:spcPts val="0"/>
              </a:spcAft>
              <a:buFont typeface="Arial" panose="020B0604020202020204" pitchFamily="34" charset="0"/>
              <a:buChar char="​"/>
              <a:defRPr sz="1400">
                <a:solidFill>
                  <a:schemeClr val="tx1"/>
                </a:solidFill>
              </a:defRPr>
            </a:lvl6pPr>
            <a:lvl7pPr marL="0" indent="0">
              <a:spcBef>
                <a:spcPts val="0"/>
              </a:spcBef>
              <a:spcAft>
                <a:spcPts val="0"/>
              </a:spcAft>
              <a:buFont typeface="Arial" panose="020B0604020202020204" pitchFamily="34" charset="0"/>
              <a:buChar char="​"/>
              <a:defRPr sz="1400">
                <a:solidFill>
                  <a:schemeClr val="tx1"/>
                </a:solidFill>
              </a:defRPr>
            </a:lvl7pPr>
            <a:lvl8pPr marL="0" indent="0">
              <a:spcBef>
                <a:spcPts val="0"/>
              </a:spcBef>
              <a:spcAft>
                <a:spcPts val="0"/>
              </a:spcAft>
              <a:buFont typeface="Arial" panose="020B0604020202020204" pitchFamily="34" charset="0"/>
              <a:buChar char="​"/>
              <a:defRPr sz="1400">
                <a:solidFill>
                  <a:schemeClr val="tx1"/>
                </a:solidFill>
              </a:defRPr>
            </a:lvl8pPr>
            <a:lvl9pPr marL="0" indent="0">
              <a:spcBef>
                <a:spcPts val="0"/>
              </a:spcBef>
              <a:spcAft>
                <a:spcPts val="0"/>
              </a:spcAft>
              <a:buFont typeface="Arial" panose="020B0604020202020204" pitchFamily="34" charset="0"/>
              <a:buChar char="​"/>
              <a:defRPr sz="1400">
                <a:solidFill>
                  <a:schemeClr val="tx1"/>
                </a:solidFill>
              </a:defRPr>
            </a:lvl9pPr>
          </a:lstStyle>
          <a:p>
            <a:pPr lvl="0"/>
            <a:r>
              <a:rPr lang="en-GB"/>
              <a:t>Date</a:t>
            </a:r>
            <a:br>
              <a:rPr lang="en-GB"/>
            </a:br>
            <a:br>
              <a:rPr lang="en-GB"/>
            </a:br>
            <a:r>
              <a:rPr lang="en-GB"/>
              <a:t>Presenter, Location (optional) | Presenter 2, Location 2 (optional) | etc.</a:t>
            </a:r>
            <a:endParaRPr lang="en-GB" dirty="0"/>
          </a:p>
        </p:txBody>
      </p:sp>
      <p:pic>
        <p:nvPicPr>
          <p:cNvPr id="6" name="DTP_CompanyLogo_inv_112">
            <a:extLst>
              <a:ext uri="{FF2B5EF4-FFF2-40B4-BE49-F238E27FC236}">
                <a16:creationId xmlns:a16="http://schemas.microsoft.com/office/drawing/2014/main" id="{3D42C96B-309D-68D9-7B52-931CCF021DF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7200" y="393189"/>
            <a:ext cx="2453640" cy="469392"/>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sp>
        <p:nvSpPr>
          <p:cNvPr id="2" name="SectionTitle"/>
          <p:cNvSpPr>
            <a:spLocks noGrp="1"/>
          </p:cNvSpPr>
          <p:nvPr>
            <p:ph type="body" sz="quarter" idx="11" hasCustomPrompt="1"/>
          </p:nvPr>
        </p:nvSpPr>
        <p:spPr>
          <a:xfrm>
            <a:off x="457199" y="4426803"/>
            <a:ext cx="8348472" cy="1354217"/>
          </a:xfrm>
          <a:noFill/>
          <a:ln>
            <a:noFill/>
          </a:ln>
          <a:effectLst/>
        </p:spPr>
        <p:txBody>
          <a:bodyPr vert="horz" wrap="square" lIns="0" tIns="0" rIns="0" bIns="0" numCol="1" anchor="t" anchorCtr="0" compatLnSpc="1">
            <a:prstTxWarp prst="textNoShape">
              <a:avLst/>
            </a:prstTxWarp>
            <a:spAutoFit/>
          </a:bodyPr>
          <a:lstStyle>
            <a:lvl1pPr marL="0" indent="0" algn="l" fontAlgn="base">
              <a:lnSpc>
                <a:spcPct val="85000"/>
              </a:lnSpc>
              <a:spcBef>
                <a:spcPts val="0"/>
              </a:spcBef>
              <a:spcAft>
                <a:spcPts val="0"/>
              </a:spcAft>
              <a:buFont typeface="Arial" panose="020B0604020202020204" pitchFamily="34" charset="0"/>
              <a:buChar char="​"/>
              <a:defRPr sz="4000" b="1">
                <a:solidFill>
                  <a:schemeClr val="tx1"/>
                </a:solidFill>
                <a:latin typeface="+mj-lt"/>
                <a:ea typeface="+mj-ea"/>
                <a:cs typeface="+mj-cs"/>
              </a:defRPr>
            </a:lvl1pPr>
            <a:lvl2pPr marL="0" indent="0" algn="l">
              <a:lnSpc>
                <a:spcPct val="100000"/>
              </a:lnSpc>
              <a:spcBef>
                <a:spcPts val="0"/>
              </a:spcBef>
              <a:spcAft>
                <a:spcPts val="0"/>
              </a:spcAft>
              <a:buFont typeface="Arial" panose="020B0604020202020204" pitchFamily="34" charset="0"/>
              <a:buChar char="​"/>
              <a:defRPr sz="2000">
                <a:solidFill>
                  <a:schemeClr val="tx1"/>
                </a:solidFill>
              </a:defRPr>
            </a:lvl2pPr>
            <a:lvl3pPr marL="0" indent="0">
              <a:lnSpc>
                <a:spcPct val="100000"/>
              </a:lnSpc>
              <a:spcBef>
                <a:spcPts val="0"/>
              </a:spcBef>
              <a:spcAft>
                <a:spcPts val="0"/>
              </a:spcAft>
              <a:buFont typeface="Arial" panose="020B0604020202020204" pitchFamily="34" charset="0"/>
              <a:buChar char="​"/>
              <a:defRPr sz="2000"/>
            </a:lvl3pPr>
            <a:lvl4pPr marL="0" indent="0">
              <a:lnSpc>
                <a:spcPct val="100000"/>
              </a:lnSpc>
              <a:spcBef>
                <a:spcPts val="0"/>
              </a:spcBef>
              <a:spcAft>
                <a:spcPts val="0"/>
              </a:spcAft>
              <a:buFont typeface="Arial" panose="020B0604020202020204" pitchFamily="34" charset="0"/>
              <a:buChar char="​"/>
              <a:defRPr sz="2000"/>
            </a:lvl4pPr>
            <a:lvl5pPr marL="0" indent="0">
              <a:lnSpc>
                <a:spcPct val="100000"/>
              </a:lnSpc>
              <a:spcBef>
                <a:spcPts val="0"/>
              </a:spcBef>
              <a:spcAft>
                <a:spcPts val="0"/>
              </a:spcAft>
              <a:buFont typeface="Arial" panose="020B0604020202020204" pitchFamily="34" charset="0"/>
              <a:buChar char="​"/>
              <a:defRPr sz="2000"/>
            </a:lvl5pPr>
            <a:lvl6pPr marL="0" indent="0">
              <a:lnSpc>
                <a:spcPct val="100000"/>
              </a:lnSpc>
              <a:spcBef>
                <a:spcPts val="0"/>
              </a:spcBef>
              <a:spcAft>
                <a:spcPts val="0"/>
              </a:spcAft>
              <a:buFont typeface="Arial" panose="020B0604020202020204" pitchFamily="34" charset="0"/>
              <a:buChar char="​"/>
              <a:defRPr sz="2000"/>
            </a:lvl6pPr>
            <a:lvl7pPr marL="0" indent="0">
              <a:lnSpc>
                <a:spcPct val="100000"/>
              </a:lnSpc>
              <a:spcBef>
                <a:spcPts val="0"/>
              </a:spcBef>
              <a:spcAft>
                <a:spcPts val="0"/>
              </a:spcAft>
              <a:buFont typeface="Arial" panose="020B0604020202020204" pitchFamily="34" charset="0"/>
              <a:buChar char="​"/>
              <a:defRPr sz="2000"/>
            </a:lvl7pPr>
            <a:lvl8pPr marL="0" indent="0">
              <a:lnSpc>
                <a:spcPct val="100000"/>
              </a:lnSpc>
              <a:spcBef>
                <a:spcPts val="0"/>
              </a:spcBef>
              <a:spcAft>
                <a:spcPts val="0"/>
              </a:spcAft>
              <a:buFont typeface="Arial" panose="020B0604020202020204" pitchFamily="34" charset="0"/>
              <a:buChar char="​"/>
              <a:defRPr sz="2000"/>
            </a:lvl8pPr>
            <a:lvl9pPr marL="0" indent="0">
              <a:lnSpc>
                <a:spcPct val="100000"/>
              </a:lnSpc>
              <a:spcBef>
                <a:spcPts val="0"/>
              </a:spcBef>
              <a:spcAft>
                <a:spcPts val="0"/>
              </a:spcAft>
              <a:buFont typeface="Arial" panose="020B0604020202020204" pitchFamily="34" charset="0"/>
              <a:buChar char="​"/>
              <a:defRPr sz="2000"/>
            </a:lvl9pPr>
          </a:lstStyle>
          <a:p>
            <a:pPr lvl="0"/>
            <a:r>
              <a:rPr lang="en-GB"/>
              <a:t>Add section title,</a:t>
            </a:r>
            <a:br>
              <a:rPr lang="en-GB"/>
            </a:br>
            <a:r>
              <a:rPr lang="en-GB"/>
              <a:t>press TAB to format as subtitle</a:t>
            </a:r>
          </a:p>
          <a:p>
            <a:pPr lvl="1"/>
            <a:r>
              <a:rPr lang="en-GB"/>
              <a:t>Section subtitle</a:t>
            </a:r>
            <a:endParaRPr lang="en-GB" dirty="0"/>
          </a:p>
        </p:txBody>
      </p:sp>
      <p:sp>
        <p:nvSpPr>
          <p:cNvPr id="3" name="SectionNumber"/>
          <p:cNvSpPr>
            <a:spLocks noGrp="1"/>
          </p:cNvSpPr>
          <p:nvPr>
            <p:ph type="body" sz="quarter" idx="12" hasCustomPrompt="1"/>
          </p:nvPr>
        </p:nvSpPr>
        <p:spPr>
          <a:xfrm>
            <a:off x="457200" y="2274838"/>
            <a:ext cx="8348472" cy="2308324"/>
          </a:xfrm>
        </p:spPr>
        <p:txBody>
          <a:bodyPr wrap="square" lIns="0" tIns="0" rIns="0" bIns="0" anchor="b">
            <a:spAutoFit/>
          </a:bodyPr>
          <a:lstStyle>
            <a:lvl1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1pPr>
            <a:lvl2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2pPr>
            <a:lvl3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3pPr>
            <a:lvl4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4pPr>
            <a:lvl5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5pPr>
            <a:lvl6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6pPr>
            <a:lvl7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7pPr>
            <a:lvl8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8pPr>
            <a:lvl9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9pPr>
          </a:lstStyle>
          <a:p>
            <a:pPr lvl="0"/>
            <a:r>
              <a:rPr lang="en-GB"/>
              <a:t>##</a:t>
            </a:r>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2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Content Left"/>
          <p:cNvSpPr>
            <a:spLocks noGrp="1"/>
          </p:cNvSpPr>
          <p:nvPr>
            <p:ph idx="11"/>
          </p:nvPr>
        </p:nvSpPr>
        <p:spPr>
          <a:xfrm>
            <a:off x="457200" y="1399032"/>
            <a:ext cx="5410200" cy="5001768"/>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Right"/>
          <p:cNvSpPr>
            <a:spLocks noGrp="1"/>
          </p:cNvSpPr>
          <p:nvPr>
            <p:ph idx="12"/>
          </p:nvPr>
        </p:nvSpPr>
        <p:spPr>
          <a:xfrm>
            <a:off x="6324600" y="1399032"/>
            <a:ext cx="5410199" cy="5001768"/>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cSld>
  <p:clrMapOvr>
    <a:masterClrMapping/>
  </p:clrMapOvr>
  <p:extLst>
    <p:ext uri="{DCECCB84-F9BA-43D5-87BE-67443E8EF086}">
      <p15:sldGuideLst xmlns:p15="http://schemas.microsoft.com/office/powerpoint/2012/main">
        <p15:guide id="1" orient="horz" pos="880" userDrawn="1">
          <p15:clr>
            <a:srgbClr val="FBAE40"/>
          </p15:clr>
        </p15:guide>
        <p15:guide id="2" pos="3696" userDrawn="1">
          <p15:clr>
            <a:srgbClr val="FBAE40"/>
          </p15:clr>
        </p15:guide>
        <p15:guide id="5" pos="398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 heading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Heading Left"/>
          <p:cNvSpPr>
            <a:spLocks noGrp="1"/>
          </p:cNvSpPr>
          <p:nvPr>
            <p:ph type="body" idx="10" hasCustomPrompt="1"/>
          </p:nvPr>
        </p:nvSpPr>
        <p:spPr>
          <a:xfrm>
            <a:off x="457200" y="1399032"/>
            <a:ext cx="54102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5" name="Heading Right"/>
          <p:cNvSpPr>
            <a:spLocks noGrp="1"/>
          </p:cNvSpPr>
          <p:nvPr>
            <p:ph type="body" sz="quarter" idx="13" hasCustomPrompt="1"/>
          </p:nvPr>
        </p:nvSpPr>
        <p:spPr>
          <a:xfrm>
            <a:off x="6324600" y="1399032"/>
            <a:ext cx="5410199"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Tree>
  </p:cSld>
  <p:clrMapOvr>
    <a:masterClrMapping/>
  </p:clrMapOvr>
  <p:extLst>
    <p:ext uri="{DCECCB84-F9BA-43D5-87BE-67443E8EF086}">
      <p15:sldGuideLst xmlns:p15="http://schemas.microsoft.com/office/powerpoint/2012/main">
        <p15:guide id="5" orient="horz" pos="880" userDrawn="1">
          <p15:clr>
            <a:srgbClr val="FBAE40"/>
          </p15:clr>
        </p15:guide>
        <p15:guide id="6" pos="3696" userDrawn="1">
          <p15:clr>
            <a:srgbClr val="FBAE40"/>
          </p15:clr>
        </p15:guide>
        <p15:guide id="7" pos="3984" userDrawn="1">
          <p15:clr>
            <a:srgbClr val="FBAE40"/>
          </p15:clr>
        </p15:guide>
        <p15:guide id="9" orient="horz" pos="118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2 columns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Heading Left"/>
          <p:cNvSpPr>
            <a:spLocks noGrp="1"/>
          </p:cNvSpPr>
          <p:nvPr>
            <p:ph type="body" idx="10" hasCustomPrompt="1"/>
          </p:nvPr>
        </p:nvSpPr>
        <p:spPr>
          <a:xfrm>
            <a:off x="457200" y="1399032"/>
            <a:ext cx="54102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4" name="Content Left"/>
          <p:cNvSpPr>
            <a:spLocks noGrp="1"/>
          </p:cNvSpPr>
          <p:nvPr>
            <p:ph sz="half" idx="11"/>
          </p:nvPr>
        </p:nvSpPr>
        <p:spPr>
          <a:xfrm>
            <a:off x="457200" y="1883664"/>
            <a:ext cx="54102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Heading Right"/>
          <p:cNvSpPr>
            <a:spLocks noGrp="1"/>
          </p:cNvSpPr>
          <p:nvPr>
            <p:ph type="body" sz="quarter" idx="13" hasCustomPrompt="1"/>
          </p:nvPr>
        </p:nvSpPr>
        <p:spPr>
          <a:xfrm>
            <a:off x="6324600" y="1399032"/>
            <a:ext cx="54102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6" name="Content Right"/>
          <p:cNvSpPr>
            <a:spLocks noGrp="1"/>
          </p:cNvSpPr>
          <p:nvPr>
            <p:ph sz="quarter" idx="12"/>
          </p:nvPr>
        </p:nvSpPr>
        <p:spPr>
          <a:xfrm>
            <a:off x="6324600" y="1883664"/>
            <a:ext cx="54102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cSld>
  <p:clrMapOvr>
    <a:masterClrMapping/>
  </p:clrMapOvr>
  <p:extLst>
    <p:ext uri="{DCECCB84-F9BA-43D5-87BE-67443E8EF086}">
      <p15:sldGuideLst xmlns:p15="http://schemas.microsoft.com/office/powerpoint/2012/main">
        <p15:guide id="5" orient="horz" pos="880" userDrawn="1">
          <p15:clr>
            <a:srgbClr val="FBAE40"/>
          </p15:clr>
        </p15:guide>
        <p15:guide id="6" pos="3696" userDrawn="1">
          <p15:clr>
            <a:srgbClr val="FBAE40"/>
          </p15:clr>
        </p15:guide>
        <p15:guide id="7" pos="3984" userDrawn="1">
          <p15:clr>
            <a:srgbClr val="FBAE40"/>
          </p15:clr>
        </p15:guide>
        <p15:guide id="9" orient="horz" pos="118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itle and 2 Content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Heading Top"/>
          <p:cNvSpPr>
            <a:spLocks noGrp="1"/>
          </p:cNvSpPr>
          <p:nvPr>
            <p:ph type="body" idx="10" hasCustomPrompt="1"/>
          </p:nvPr>
        </p:nvSpPr>
        <p:spPr>
          <a:xfrm>
            <a:off x="457200" y="1399032"/>
            <a:ext cx="112776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lvl3pPr>
            <a:lvl4pPr marL="0" indent="0">
              <a:spcBef>
                <a:spcPts val="0"/>
              </a:spcBef>
              <a:buFont typeface="Arial" panose="020B0604020202020204" pitchFamily="34" charset="0"/>
              <a:buChar char="​"/>
              <a:defRPr sz="1400"/>
            </a:lvl4pPr>
            <a:lvl5pPr marL="0" indent="0">
              <a:spcBef>
                <a:spcPts val="0"/>
              </a:spcBef>
              <a:buFont typeface="Arial" panose="020B0604020202020204" pitchFamily="34" charset="0"/>
              <a:buChar char="​"/>
              <a:defRPr sz="1400"/>
            </a:lvl5pPr>
            <a:lvl6pPr marL="0" indent="0">
              <a:spcBef>
                <a:spcPts val="0"/>
              </a:spcBef>
              <a:buFont typeface="Arial" panose="020B0604020202020204" pitchFamily="34" charset="0"/>
              <a:buChar char="​"/>
              <a:defRPr sz="1400"/>
            </a:lvl6pPr>
            <a:lvl7pPr marL="0" indent="0">
              <a:spcBef>
                <a:spcPts val="0"/>
              </a:spcBef>
              <a:buFont typeface="Arial" panose="020B0604020202020204" pitchFamily="34" charset="0"/>
              <a:buChar char="​"/>
              <a:defRPr sz="1400"/>
            </a:lvl7pPr>
            <a:lvl8pPr marL="0" indent="0">
              <a:spcBef>
                <a:spcPts val="0"/>
              </a:spcBef>
              <a:buFont typeface="Arial" panose="020B0604020202020204" pitchFamily="34" charset="0"/>
              <a:buChar char="​"/>
              <a:defRPr sz="1400"/>
            </a:lvl8pPr>
            <a:lvl9pPr marL="0" indent="0">
              <a:spcBef>
                <a:spcPts val="0"/>
              </a:spcBef>
              <a:buFont typeface="Arial" panose="020B0604020202020204" pitchFamily="34" charset="0"/>
              <a:buChar char="​"/>
              <a:defRPr sz="1400"/>
            </a:lvl9pPr>
          </a:lstStyle>
          <a:p>
            <a:pPr lvl="0"/>
            <a:r>
              <a:rPr lang="en-GB"/>
              <a:t>Heading 14 pt</a:t>
            </a:r>
          </a:p>
          <a:p>
            <a:pPr lvl="1"/>
            <a:r>
              <a:rPr lang="en-GB"/>
              <a:t>Subheading 14 pt</a:t>
            </a:r>
            <a:endParaRPr lang="en-GB" dirty="0"/>
          </a:p>
        </p:txBody>
      </p:sp>
      <p:sp>
        <p:nvSpPr>
          <p:cNvPr id="4" name="Content Top"/>
          <p:cNvSpPr>
            <a:spLocks noGrp="1"/>
          </p:cNvSpPr>
          <p:nvPr>
            <p:ph idx="11"/>
          </p:nvPr>
        </p:nvSpPr>
        <p:spPr>
          <a:xfrm>
            <a:off x="457200" y="1883664"/>
            <a:ext cx="112776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Heading Bottom"/>
          <p:cNvSpPr>
            <a:spLocks noGrp="1"/>
          </p:cNvSpPr>
          <p:nvPr>
            <p:ph type="body" idx="13" hasCustomPrompt="1"/>
          </p:nvPr>
        </p:nvSpPr>
        <p:spPr>
          <a:xfrm>
            <a:off x="457200" y="4005072"/>
            <a:ext cx="112776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lvl3pPr>
            <a:lvl4pPr marL="0" indent="0">
              <a:spcBef>
                <a:spcPts val="0"/>
              </a:spcBef>
              <a:buFont typeface="Arial" panose="020B0604020202020204" pitchFamily="34" charset="0"/>
              <a:buChar char="​"/>
              <a:defRPr sz="1400"/>
            </a:lvl4pPr>
            <a:lvl5pPr marL="0" indent="0">
              <a:spcBef>
                <a:spcPts val="0"/>
              </a:spcBef>
              <a:buFont typeface="Arial" panose="020B0604020202020204" pitchFamily="34" charset="0"/>
              <a:buChar char="​"/>
              <a:defRPr sz="1400"/>
            </a:lvl5pPr>
            <a:lvl6pPr marL="0" indent="0">
              <a:spcBef>
                <a:spcPts val="0"/>
              </a:spcBef>
              <a:buFont typeface="Arial" panose="020B0604020202020204" pitchFamily="34" charset="0"/>
              <a:buChar char="​"/>
              <a:defRPr sz="1400"/>
            </a:lvl6pPr>
            <a:lvl7pPr marL="0" indent="0">
              <a:spcBef>
                <a:spcPts val="0"/>
              </a:spcBef>
              <a:buFont typeface="Arial" panose="020B0604020202020204" pitchFamily="34" charset="0"/>
              <a:buChar char="​"/>
              <a:defRPr sz="1400"/>
            </a:lvl7pPr>
            <a:lvl8pPr marL="0" indent="0">
              <a:spcBef>
                <a:spcPts val="0"/>
              </a:spcBef>
              <a:buFont typeface="Arial" panose="020B0604020202020204" pitchFamily="34" charset="0"/>
              <a:buChar char="​"/>
              <a:defRPr sz="1400"/>
            </a:lvl8pPr>
            <a:lvl9pPr marL="0" indent="0">
              <a:spcBef>
                <a:spcPts val="0"/>
              </a:spcBef>
              <a:buFont typeface="Arial" panose="020B0604020202020204" pitchFamily="34" charset="0"/>
              <a:buChar char="​"/>
              <a:defRPr sz="1400"/>
            </a:lvl9pPr>
          </a:lstStyle>
          <a:p>
            <a:pPr lvl="0"/>
            <a:r>
              <a:rPr lang="en-GB"/>
              <a:t>Heading 14 pt</a:t>
            </a:r>
          </a:p>
          <a:p>
            <a:pPr lvl="1"/>
            <a:r>
              <a:rPr lang="en-GB"/>
              <a:t>Subheading 14 pt</a:t>
            </a:r>
            <a:endParaRPr lang="en-GB" dirty="0"/>
          </a:p>
        </p:txBody>
      </p:sp>
      <p:sp>
        <p:nvSpPr>
          <p:cNvPr id="6" name="Content Bottom"/>
          <p:cNvSpPr>
            <a:spLocks noGrp="1"/>
          </p:cNvSpPr>
          <p:nvPr>
            <p:ph idx="12"/>
          </p:nvPr>
        </p:nvSpPr>
        <p:spPr>
          <a:xfrm>
            <a:off x="457200" y="4489704"/>
            <a:ext cx="112776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cSld>
  <p:clrMapOvr>
    <a:masterClrMapping/>
  </p:clrMapOvr>
  <p:extLst>
    <p:ext uri="{DCECCB84-F9BA-43D5-87BE-67443E8EF086}">
      <p15:sldGuideLst xmlns:p15="http://schemas.microsoft.com/office/powerpoint/2012/main">
        <p15:guide id="3" orient="horz" pos="2523" userDrawn="1">
          <p15:clr>
            <a:srgbClr val="FBAE40"/>
          </p15:clr>
        </p15:guide>
        <p15:guide id="5" orient="horz" pos="880" userDrawn="1">
          <p15:clr>
            <a:srgbClr val="FBAE40"/>
          </p15:clr>
        </p15:guide>
        <p15:guide id="6" orient="horz" pos="2832" userDrawn="1">
          <p15:clr>
            <a:srgbClr val="FBAE40"/>
          </p15:clr>
        </p15:guide>
        <p15:guide id="8" orient="horz" pos="1184"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 columns 1/3 spli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Heading Left"/>
          <p:cNvSpPr>
            <a:spLocks noGrp="1"/>
          </p:cNvSpPr>
          <p:nvPr>
            <p:ph type="body" idx="10" hasCustomPrompt="1"/>
          </p:nvPr>
        </p:nvSpPr>
        <p:spPr>
          <a:xfrm>
            <a:off x="4572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4" name="Content Left"/>
          <p:cNvSpPr>
            <a:spLocks noGrp="1"/>
          </p:cNvSpPr>
          <p:nvPr>
            <p:ph sz="half" idx="11"/>
          </p:nvPr>
        </p:nvSpPr>
        <p:spPr>
          <a:xfrm>
            <a:off x="457200" y="1883664"/>
            <a:ext cx="34544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Heading Right"/>
          <p:cNvSpPr>
            <a:spLocks noGrp="1"/>
          </p:cNvSpPr>
          <p:nvPr>
            <p:ph type="body" sz="quarter" idx="13" hasCustomPrompt="1"/>
          </p:nvPr>
        </p:nvSpPr>
        <p:spPr>
          <a:xfrm>
            <a:off x="4368799" y="1399032"/>
            <a:ext cx="73660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6" name="Content Right"/>
          <p:cNvSpPr>
            <a:spLocks noGrp="1"/>
          </p:cNvSpPr>
          <p:nvPr>
            <p:ph sz="quarter" idx="12"/>
          </p:nvPr>
        </p:nvSpPr>
        <p:spPr>
          <a:xfrm>
            <a:off x="4368799" y="1883664"/>
            <a:ext cx="73660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cSld>
  <p:clrMapOvr>
    <a:masterClrMapping/>
  </p:clrMapOvr>
  <p:extLst>
    <p:ext uri="{DCECCB84-F9BA-43D5-87BE-67443E8EF086}">
      <p15:sldGuideLst xmlns:p15="http://schemas.microsoft.com/office/powerpoint/2012/main">
        <p15:guide id="5" orient="horz" pos="880" userDrawn="1">
          <p15:clr>
            <a:srgbClr val="FBAE40"/>
          </p15:clr>
        </p15:guide>
        <p15:guide id="6" pos="2464" userDrawn="1">
          <p15:clr>
            <a:srgbClr val="FBAE40"/>
          </p15:clr>
        </p15:guide>
        <p15:guide id="7" pos="2752" userDrawn="1">
          <p15:clr>
            <a:srgbClr val="FBAE40"/>
          </p15:clr>
        </p15:guide>
        <p15:guide id="9" orient="horz" pos="118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 columns 2/3 spli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Heading Left"/>
          <p:cNvSpPr>
            <a:spLocks noGrp="1"/>
          </p:cNvSpPr>
          <p:nvPr>
            <p:ph type="body" idx="10" hasCustomPrompt="1"/>
          </p:nvPr>
        </p:nvSpPr>
        <p:spPr>
          <a:xfrm>
            <a:off x="457199" y="1399032"/>
            <a:ext cx="73660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4" name="Content Left"/>
          <p:cNvSpPr>
            <a:spLocks noGrp="1"/>
          </p:cNvSpPr>
          <p:nvPr>
            <p:ph sz="half" idx="11"/>
          </p:nvPr>
        </p:nvSpPr>
        <p:spPr>
          <a:xfrm>
            <a:off x="457199" y="1883664"/>
            <a:ext cx="73660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Heading Right"/>
          <p:cNvSpPr>
            <a:spLocks noGrp="1"/>
          </p:cNvSpPr>
          <p:nvPr>
            <p:ph type="body" sz="quarter" idx="13" hasCustomPrompt="1"/>
          </p:nvPr>
        </p:nvSpPr>
        <p:spPr>
          <a:xfrm>
            <a:off x="82804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6" name="Content Right"/>
          <p:cNvSpPr>
            <a:spLocks noGrp="1"/>
          </p:cNvSpPr>
          <p:nvPr>
            <p:ph sz="quarter" idx="12"/>
          </p:nvPr>
        </p:nvSpPr>
        <p:spPr>
          <a:xfrm>
            <a:off x="8280400" y="1883664"/>
            <a:ext cx="34544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cSld>
  <p:clrMapOvr>
    <a:masterClrMapping/>
  </p:clrMapOvr>
  <p:extLst>
    <p:ext uri="{DCECCB84-F9BA-43D5-87BE-67443E8EF086}">
      <p15:sldGuideLst xmlns:p15="http://schemas.microsoft.com/office/powerpoint/2012/main">
        <p15:guide id="5" orient="horz" pos="880" userDrawn="1">
          <p15:clr>
            <a:srgbClr val="FBAE40"/>
          </p15:clr>
        </p15:guide>
        <p15:guide id="6" pos="4928" userDrawn="1">
          <p15:clr>
            <a:srgbClr val="FBAE40"/>
          </p15:clr>
        </p15:guide>
        <p15:guide id="7" pos="5216" userDrawn="1">
          <p15:clr>
            <a:srgbClr val="FBAE40"/>
          </p15:clr>
        </p15:guide>
        <p15:guide id="9" orient="horz" pos="118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4" name="Content Left"/>
          <p:cNvSpPr>
            <a:spLocks noGrp="1"/>
          </p:cNvSpPr>
          <p:nvPr>
            <p:ph sz="half" idx="11"/>
          </p:nvPr>
        </p:nvSpPr>
        <p:spPr>
          <a:xfrm>
            <a:off x="457200" y="1399032"/>
            <a:ext cx="3454400" cy="5001768"/>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6" name="Content Middle"/>
          <p:cNvSpPr>
            <a:spLocks noGrp="1"/>
          </p:cNvSpPr>
          <p:nvPr>
            <p:ph sz="quarter" idx="12"/>
          </p:nvPr>
        </p:nvSpPr>
        <p:spPr>
          <a:xfrm>
            <a:off x="4368799" y="1399032"/>
            <a:ext cx="3454400" cy="5001768"/>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Right"/>
          <p:cNvSpPr>
            <a:spLocks noGrp="1"/>
          </p:cNvSpPr>
          <p:nvPr>
            <p:ph sz="quarter" idx="14"/>
          </p:nvPr>
        </p:nvSpPr>
        <p:spPr>
          <a:xfrm>
            <a:off x="8280400" y="1399032"/>
            <a:ext cx="3454400" cy="5001768"/>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cSld>
  <p:clrMapOvr>
    <a:masterClrMapping/>
  </p:clrMapOvr>
  <p:extLst>
    <p:ext uri="{DCECCB84-F9BA-43D5-87BE-67443E8EF086}">
      <p15:sldGuideLst xmlns:p15="http://schemas.microsoft.com/office/powerpoint/2012/main">
        <p15:guide id="1" orient="horz" pos="880" userDrawn="1">
          <p15:clr>
            <a:srgbClr val="FBAE40"/>
          </p15:clr>
        </p15:guide>
        <p15:guide id="2" pos="5216" userDrawn="1">
          <p15:clr>
            <a:srgbClr val="FBAE40"/>
          </p15:clr>
        </p15:guide>
        <p15:guide id="4" pos="2752" userDrawn="1">
          <p15:clr>
            <a:srgbClr val="FBAE40"/>
          </p15:clr>
        </p15:guide>
        <p15:guide id="5" pos="4928" userDrawn="1">
          <p15:clr>
            <a:srgbClr val="FBAE40"/>
          </p15:clr>
        </p15:guide>
        <p15:guide id="6" pos="246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 heading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Heading Left"/>
          <p:cNvSpPr>
            <a:spLocks noGrp="1"/>
          </p:cNvSpPr>
          <p:nvPr>
            <p:ph type="body" idx="10" hasCustomPrompt="1"/>
          </p:nvPr>
        </p:nvSpPr>
        <p:spPr>
          <a:xfrm>
            <a:off x="4572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5" name="Heading Middle"/>
          <p:cNvSpPr>
            <a:spLocks noGrp="1"/>
          </p:cNvSpPr>
          <p:nvPr>
            <p:ph type="body" sz="quarter" idx="13" hasCustomPrompt="1"/>
          </p:nvPr>
        </p:nvSpPr>
        <p:spPr>
          <a:xfrm>
            <a:off x="4368800" y="1399032"/>
            <a:ext cx="3454399"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7" name="Heading Right"/>
          <p:cNvSpPr>
            <a:spLocks noGrp="1"/>
          </p:cNvSpPr>
          <p:nvPr>
            <p:ph type="body" sz="quarter" idx="15" hasCustomPrompt="1"/>
          </p:nvPr>
        </p:nvSpPr>
        <p:spPr>
          <a:xfrm>
            <a:off x="82804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Tree>
  </p:cSld>
  <p:clrMapOvr>
    <a:masterClrMapping/>
  </p:clrMapOvr>
  <p:extLst>
    <p:ext uri="{DCECCB84-F9BA-43D5-87BE-67443E8EF086}">
      <p15:sldGuideLst xmlns:p15="http://schemas.microsoft.com/office/powerpoint/2012/main">
        <p15:guide id="7" orient="horz" pos="880" userDrawn="1">
          <p15:clr>
            <a:srgbClr val="FBAE40"/>
          </p15:clr>
        </p15:guide>
        <p15:guide id="8" pos="5216" userDrawn="1">
          <p15:clr>
            <a:srgbClr val="FBAE40"/>
          </p15:clr>
        </p15:guide>
        <p15:guide id="10" pos="2752" userDrawn="1">
          <p15:clr>
            <a:srgbClr val="FBAE40"/>
          </p15:clr>
        </p15:guide>
        <p15:guide id="11" pos="4928" userDrawn="1">
          <p15:clr>
            <a:srgbClr val="FBAE40"/>
          </p15:clr>
        </p15:guide>
        <p15:guide id="12" pos="2464" userDrawn="1">
          <p15:clr>
            <a:srgbClr val="FBAE40"/>
          </p15:clr>
        </p15:guide>
        <p15:guide id="14" orient="horz" pos="118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columns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Heading Left"/>
          <p:cNvSpPr>
            <a:spLocks noGrp="1"/>
          </p:cNvSpPr>
          <p:nvPr>
            <p:ph type="body" idx="10" hasCustomPrompt="1"/>
          </p:nvPr>
        </p:nvSpPr>
        <p:spPr>
          <a:xfrm>
            <a:off x="4572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4" name="Content Left"/>
          <p:cNvSpPr>
            <a:spLocks noGrp="1"/>
          </p:cNvSpPr>
          <p:nvPr>
            <p:ph sz="half" idx="11"/>
          </p:nvPr>
        </p:nvSpPr>
        <p:spPr>
          <a:xfrm>
            <a:off x="457200" y="1883664"/>
            <a:ext cx="34544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Heading Middle"/>
          <p:cNvSpPr>
            <a:spLocks noGrp="1"/>
          </p:cNvSpPr>
          <p:nvPr>
            <p:ph type="body" sz="quarter" idx="13" hasCustomPrompt="1"/>
          </p:nvPr>
        </p:nvSpPr>
        <p:spPr>
          <a:xfrm>
            <a:off x="4368799"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6" name="Content Middle"/>
          <p:cNvSpPr>
            <a:spLocks noGrp="1"/>
          </p:cNvSpPr>
          <p:nvPr>
            <p:ph sz="quarter" idx="12"/>
          </p:nvPr>
        </p:nvSpPr>
        <p:spPr>
          <a:xfrm>
            <a:off x="4368799" y="1883664"/>
            <a:ext cx="34544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Heading Right"/>
          <p:cNvSpPr>
            <a:spLocks noGrp="1"/>
          </p:cNvSpPr>
          <p:nvPr>
            <p:ph type="body" sz="quarter" idx="15" hasCustomPrompt="1"/>
          </p:nvPr>
        </p:nvSpPr>
        <p:spPr>
          <a:xfrm>
            <a:off x="82804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8" name="Content Right"/>
          <p:cNvSpPr>
            <a:spLocks noGrp="1"/>
          </p:cNvSpPr>
          <p:nvPr>
            <p:ph sz="quarter" idx="14"/>
          </p:nvPr>
        </p:nvSpPr>
        <p:spPr>
          <a:xfrm>
            <a:off x="8280400" y="1883664"/>
            <a:ext cx="34544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cSld>
  <p:clrMapOvr>
    <a:masterClrMapping/>
  </p:clrMapOvr>
  <p:extLst>
    <p:ext uri="{DCECCB84-F9BA-43D5-87BE-67443E8EF086}">
      <p15:sldGuideLst xmlns:p15="http://schemas.microsoft.com/office/powerpoint/2012/main">
        <p15:guide id="7" orient="horz" pos="880" userDrawn="1">
          <p15:clr>
            <a:srgbClr val="FBAE40"/>
          </p15:clr>
        </p15:guide>
        <p15:guide id="8" pos="2464" userDrawn="1">
          <p15:clr>
            <a:srgbClr val="FBAE40"/>
          </p15:clr>
        </p15:guide>
        <p15:guide id="9" pos="2752" userDrawn="1">
          <p15:clr>
            <a:srgbClr val="FBAE40"/>
          </p15:clr>
        </p15:guide>
        <p15:guide id="10" pos="4928" userDrawn="1">
          <p15:clr>
            <a:srgbClr val="FBAE40"/>
          </p15:clr>
        </p15:guide>
        <p15:guide id="11" pos="5216" userDrawn="1">
          <p15:clr>
            <a:srgbClr val="FBAE40"/>
          </p15:clr>
        </p15:guide>
        <p15:guide id="13" orient="horz" pos="118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4 columns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Heading Left Top"/>
          <p:cNvSpPr>
            <a:spLocks noGrp="1"/>
          </p:cNvSpPr>
          <p:nvPr>
            <p:ph type="body" idx="10" hasCustomPrompt="1"/>
          </p:nvPr>
        </p:nvSpPr>
        <p:spPr>
          <a:xfrm>
            <a:off x="457199" y="1399032"/>
            <a:ext cx="24765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4" name="Content Left Top"/>
          <p:cNvSpPr>
            <a:spLocks noGrp="1"/>
          </p:cNvSpPr>
          <p:nvPr>
            <p:ph sz="quarter" idx="11"/>
          </p:nvPr>
        </p:nvSpPr>
        <p:spPr>
          <a:xfrm>
            <a:off x="457199" y="1883664"/>
            <a:ext cx="24765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Heading Middle Left"/>
          <p:cNvSpPr>
            <a:spLocks noGrp="1"/>
          </p:cNvSpPr>
          <p:nvPr>
            <p:ph type="body" idx="13" hasCustomPrompt="1"/>
          </p:nvPr>
        </p:nvSpPr>
        <p:spPr>
          <a:xfrm>
            <a:off x="3390900" y="1399032"/>
            <a:ext cx="24765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6" name="Content Middle Left"/>
          <p:cNvSpPr>
            <a:spLocks noGrp="1"/>
          </p:cNvSpPr>
          <p:nvPr>
            <p:ph sz="quarter" idx="12"/>
          </p:nvPr>
        </p:nvSpPr>
        <p:spPr>
          <a:xfrm>
            <a:off x="3390900" y="1883664"/>
            <a:ext cx="24765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Heading Middle Right"/>
          <p:cNvSpPr>
            <a:spLocks noGrp="1"/>
          </p:cNvSpPr>
          <p:nvPr>
            <p:ph type="body" idx="15" hasCustomPrompt="1"/>
          </p:nvPr>
        </p:nvSpPr>
        <p:spPr>
          <a:xfrm>
            <a:off x="6324600" y="1399032"/>
            <a:ext cx="24765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8" name="Content Middle Right"/>
          <p:cNvSpPr>
            <a:spLocks noGrp="1"/>
          </p:cNvSpPr>
          <p:nvPr>
            <p:ph sz="quarter" idx="14"/>
          </p:nvPr>
        </p:nvSpPr>
        <p:spPr>
          <a:xfrm>
            <a:off x="6324600" y="1883664"/>
            <a:ext cx="24765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Heading Right"/>
          <p:cNvSpPr>
            <a:spLocks noGrp="1"/>
          </p:cNvSpPr>
          <p:nvPr>
            <p:ph type="body" idx="17" hasCustomPrompt="1"/>
          </p:nvPr>
        </p:nvSpPr>
        <p:spPr>
          <a:xfrm>
            <a:off x="9258300" y="1399032"/>
            <a:ext cx="24765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10" name="Content Right"/>
          <p:cNvSpPr>
            <a:spLocks noGrp="1"/>
          </p:cNvSpPr>
          <p:nvPr>
            <p:ph sz="quarter" idx="16"/>
          </p:nvPr>
        </p:nvSpPr>
        <p:spPr>
          <a:xfrm>
            <a:off x="9258300" y="1883664"/>
            <a:ext cx="24765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extLst>
      <p:ext uri="{BB962C8B-B14F-4D97-AF65-F5344CB8AC3E}">
        <p14:creationId xmlns:p14="http://schemas.microsoft.com/office/powerpoint/2010/main" val="1944550895"/>
      </p:ext>
    </p:extLst>
  </p:cSld>
  <p:clrMapOvr>
    <a:masterClrMapping/>
  </p:clrMapOvr>
  <p:extLst>
    <p:ext uri="{DCECCB84-F9BA-43D5-87BE-67443E8EF086}">
      <p15:sldGuideLst xmlns:p15="http://schemas.microsoft.com/office/powerpoint/2012/main">
        <p15:guide id="5" orient="horz" pos="880" userDrawn="1">
          <p15:clr>
            <a:srgbClr val="FBAE40"/>
          </p15:clr>
        </p15:guide>
        <p15:guide id="10" pos="2136" userDrawn="1">
          <p15:clr>
            <a:srgbClr val="FBAE40"/>
          </p15:clr>
        </p15:guide>
        <p15:guide id="11" pos="3696" userDrawn="1">
          <p15:clr>
            <a:srgbClr val="FBAE40"/>
          </p15:clr>
        </p15:guide>
        <p15:guide id="12" pos="1848" userDrawn="1">
          <p15:clr>
            <a:srgbClr val="FBAE40"/>
          </p15:clr>
        </p15:guide>
        <p15:guide id="13" pos="3984" userDrawn="1">
          <p15:clr>
            <a:srgbClr val="FBAE40"/>
          </p15:clr>
        </p15:guide>
        <p15:guide id="14" pos="5544" userDrawn="1">
          <p15:clr>
            <a:srgbClr val="FBAE40"/>
          </p15:clr>
        </p15:guide>
        <p15:guide id="15" pos="5832" userDrawn="1">
          <p15:clr>
            <a:srgbClr val="FBAE40"/>
          </p15:clr>
        </p15:guide>
        <p15:guide id="17" orient="horz" pos="118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 columns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Heading Left Top"/>
          <p:cNvSpPr>
            <a:spLocks noGrp="1"/>
          </p:cNvSpPr>
          <p:nvPr>
            <p:ph type="body" idx="10" hasCustomPrompt="1"/>
          </p:nvPr>
        </p:nvSpPr>
        <p:spPr>
          <a:xfrm>
            <a:off x="457200" y="1399032"/>
            <a:ext cx="18923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4" name="Content Left Top"/>
          <p:cNvSpPr>
            <a:spLocks noGrp="1"/>
          </p:cNvSpPr>
          <p:nvPr>
            <p:ph sz="quarter" idx="11"/>
          </p:nvPr>
        </p:nvSpPr>
        <p:spPr>
          <a:xfrm>
            <a:off x="457200" y="1883664"/>
            <a:ext cx="18923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Heading Middle Left"/>
          <p:cNvSpPr>
            <a:spLocks noGrp="1"/>
          </p:cNvSpPr>
          <p:nvPr>
            <p:ph type="body" idx="13" hasCustomPrompt="1"/>
          </p:nvPr>
        </p:nvSpPr>
        <p:spPr>
          <a:xfrm>
            <a:off x="2806700" y="1399032"/>
            <a:ext cx="18923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6" name="Content Middle Left"/>
          <p:cNvSpPr>
            <a:spLocks noGrp="1"/>
          </p:cNvSpPr>
          <p:nvPr>
            <p:ph sz="quarter" idx="12"/>
          </p:nvPr>
        </p:nvSpPr>
        <p:spPr>
          <a:xfrm>
            <a:off x="2806700" y="1883664"/>
            <a:ext cx="18923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Heading Middle"/>
          <p:cNvSpPr>
            <a:spLocks noGrp="1"/>
          </p:cNvSpPr>
          <p:nvPr>
            <p:ph type="body" idx="15" hasCustomPrompt="1"/>
          </p:nvPr>
        </p:nvSpPr>
        <p:spPr>
          <a:xfrm>
            <a:off x="5156200" y="1399032"/>
            <a:ext cx="18796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8" name="Content Middle"/>
          <p:cNvSpPr>
            <a:spLocks noGrp="1"/>
          </p:cNvSpPr>
          <p:nvPr>
            <p:ph sz="quarter" idx="14"/>
          </p:nvPr>
        </p:nvSpPr>
        <p:spPr>
          <a:xfrm>
            <a:off x="5156200" y="1883664"/>
            <a:ext cx="18796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Heading Middle Right"/>
          <p:cNvSpPr>
            <a:spLocks noGrp="1"/>
          </p:cNvSpPr>
          <p:nvPr>
            <p:ph type="body" idx="17" hasCustomPrompt="1"/>
          </p:nvPr>
        </p:nvSpPr>
        <p:spPr>
          <a:xfrm>
            <a:off x="7493000" y="1399032"/>
            <a:ext cx="18923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10" name="Content Middle Right"/>
          <p:cNvSpPr>
            <a:spLocks noGrp="1"/>
          </p:cNvSpPr>
          <p:nvPr>
            <p:ph sz="quarter" idx="16"/>
          </p:nvPr>
        </p:nvSpPr>
        <p:spPr>
          <a:xfrm>
            <a:off x="7493000" y="1883664"/>
            <a:ext cx="18923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0" name="Heading Right">
            <a:extLst>
              <a:ext uri="{FF2B5EF4-FFF2-40B4-BE49-F238E27FC236}">
                <a16:creationId xmlns:a16="http://schemas.microsoft.com/office/drawing/2014/main" id="{28D70AB5-46A8-4A97-AAB4-47C1BD4B837B}"/>
              </a:ext>
            </a:extLst>
          </p:cNvPr>
          <p:cNvSpPr>
            <a:spLocks noGrp="1"/>
          </p:cNvSpPr>
          <p:nvPr>
            <p:ph type="body" idx="18" hasCustomPrompt="1"/>
          </p:nvPr>
        </p:nvSpPr>
        <p:spPr>
          <a:xfrm>
            <a:off x="9842500" y="1399032"/>
            <a:ext cx="18923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21" name="Content Right">
            <a:extLst>
              <a:ext uri="{FF2B5EF4-FFF2-40B4-BE49-F238E27FC236}">
                <a16:creationId xmlns:a16="http://schemas.microsoft.com/office/drawing/2014/main" id="{8E85D35B-391E-43DD-85C1-F96075528789}"/>
              </a:ext>
            </a:extLst>
          </p:cNvPr>
          <p:cNvSpPr>
            <a:spLocks noGrp="1"/>
          </p:cNvSpPr>
          <p:nvPr>
            <p:ph sz="quarter" idx="19"/>
          </p:nvPr>
        </p:nvSpPr>
        <p:spPr>
          <a:xfrm>
            <a:off x="9842500" y="1883664"/>
            <a:ext cx="18923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extLst>
      <p:ext uri="{BB962C8B-B14F-4D97-AF65-F5344CB8AC3E}">
        <p14:creationId xmlns:p14="http://schemas.microsoft.com/office/powerpoint/2010/main" val="2968836729"/>
      </p:ext>
    </p:extLst>
  </p:cSld>
  <p:clrMapOvr>
    <a:masterClrMapping/>
  </p:clrMapOvr>
  <p:extLst>
    <p:ext uri="{DCECCB84-F9BA-43D5-87BE-67443E8EF086}">
      <p15:sldGuideLst xmlns:p15="http://schemas.microsoft.com/office/powerpoint/2012/main">
        <p15:guide id="5" orient="horz" pos="880" userDrawn="1">
          <p15:clr>
            <a:srgbClr val="FBAE40"/>
          </p15:clr>
        </p15:guide>
        <p15:guide id="6" pos="1480" userDrawn="1">
          <p15:clr>
            <a:srgbClr val="FBAE40"/>
          </p15:clr>
        </p15:guide>
        <p15:guide id="7" pos="1768" userDrawn="1">
          <p15:clr>
            <a:srgbClr val="FBAE40"/>
          </p15:clr>
        </p15:guide>
        <p15:guide id="8" pos="2960" userDrawn="1">
          <p15:clr>
            <a:srgbClr val="FBAE40"/>
          </p15:clr>
        </p15:guide>
        <p15:guide id="9" pos="3248" userDrawn="1">
          <p15:clr>
            <a:srgbClr val="FBAE40"/>
          </p15:clr>
        </p15:guide>
        <p15:guide id="10" pos="4432" userDrawn="1">
          <p15:clr>
            <a:srgbClr val="FBAE40"/>
          </p15:clr>
        </p15:guide>
        <p15:guide id="11" pos="4720" userDrawn="1">
          <p15:clr>
            <a:srgbClr val="FBAE40"/>
          </p15:clr>
        </p15:guide>
        <p15:guide id="12" pos="5912" userDrawn="1">
          <p15:clr>
            <a:srgbClr val="FBAE40"/>
          </p15:clr>
        </p15:guide>
        <p15:guide id="13" pos="6200" userDrawn="1">
          <p15:clr>
            <a:srgbClr val="FBAE40"/>
          </p15:clr>
        </p15:guide>
        <p15:guide id="15" orient="horz" pos="118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4 textboxes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Heading Left Top"/>
          <p:cNvSpPr>
            <a:spLocks noGrp="1"/>
          </p:cNvSpPr>
          <p:nvPr>
            <p:ph type="body" idx="10" hasCustomPrompt="1"/>
          </p:nvPr>
        </p:nvSpPr>
        <p:spPr>
          <a:xfrm>
            <a:off x="457200" y="1399032"/>
            <a:ext cx="54102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4" name="Content Left Top"/>
          <p:cNvSpPr>
            <a:spLocks noGrp="1"/>
          </p:cNvSpPr>
          <p:nvPr>
            <p:ph sz="quarter" idx="11"/>
          </p:nvPr>
        </p:nvSpPr>
        <p:spPr>
          <a:xfrm>
            <a:off x="457200" y="1883664"/>
            <a:ext cx="54102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Heading Right Top"/>
          <p:cNvSpPr>
            <a:spLocks noGrp="1"/>
          </p:cNvSpPr>
          <p:nvPr>
            <p:ph type="body" idx="13" hasCustomPrompt="1"/>
          </p:nvPr>
        </p:nvSpPr>
        <p:spPr>
          <a:xfrm>
            <a:off x="6324600" y="1399032"/>
            <a:ext cx="5410199"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6" name="Content Right Top"/>
          <p:cNvSpPr>
            <a:spLocks noGrp="1"/>
          </p:cNvSpPr>
          <p:nvPr>
            <p:ph sz="quarter" idx="12"/>
          </p:nvPr>
        </p:nvSpPr>
        <p:spPr>
          <a:xfrm>
            <a:off x="6324600" y="1883664"/>
            <a:ext cx="5410199"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Heading Left Bottom"/>
          <p:cNvSpPr>
            <a:spLocks noGrp="1"/>
          </p:cNvSpPr>
          <p:nvPr>
            <p:ph type="body" idx="15" hasCustomPrompt="1"/>
          </p:nvPr>
        </p:nvSpPr>
        <p:spPr>
          <a:xfrm>
            <a:off x="457200" y="4005072"/>
            <a:ext cx="54102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8" name="Content Left Bottom"/>
          <p:cNvSpPr>
            <a:spLocks noGrp="1"/>
          </p:cNvSpPr>
          <p:nvPr>
            <p:ph sz="quarter" idx="14"/>
          </p:nvPr>
        </p:nvSpPr>
        <p:spPr>
          <a:xfrm>
            <a:off x="457200" y="4489704"/>
            <a:ext cx="54102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Heading Right Bottom"/>
          <p:cNvSpPr>
            <a:spLocks noGrp="1"/>
          </p:cNvSpPr>
          <p:nvPr>
            <p:ph type="body" idx="17" hasCustomPrompt="1"/>
          </p:nvPr>
        </p:nvSpPr>
        <p:spPr>
          <a:xfrm>
            <a:off x="6324600" y="4005072"/>
            <a:ext cx="5410199"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10" name="Content Right Bottom"/>
          <p:cNvSpPr>
            <a:spLocks noGrp="1"/>
          </p:cNvSpPr>
          <p:nvPr>
            <p:ph sz="quarter" idx="16"/>
          </p:nvPr>
        </p:nvSpPr>
        <p:spPr>
          <a:xfrm>
            <a:off x="6324600" y="4489704"/>
            <a:ext cx="5410199"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cSld>
  <p:clrMapOvr>
    <a:masterClrMapping/>
  </p:clrMapOvr>
  <p:extLst>
    <p:ext uri="{DCECCB84-F9BA-43D5-87BE-67443E8EF086}">
      <p15:sldGuideLst xmlns:p15="http://schemas.microsoft.com/office/powerpoint/2012/main">
        <p15:guide id="7" orient="horz" pos="880" userDrawn="1">
          <p15:clr>
            <a:srgbClr val="FBAE40"/>
          </p15:clr>
        </p15:guide>
        <p15:guide id="10" pos="3984" userDrawn="1">
          <p15:clr>
            <a:srgbClr val="FBAE40"/>
          </p15:clr>
        </p15:guide>
        <p15:guide id="14" pos="3696" userDrawn="1">
          <p15:clr>
            <a:srgbClr val="FBAE40"/>
          </p15:clr>
        </p15:guide>
        <p15:guide id="15" orient="horz" pos="1184" userDrawn="1">
          <p15:clr>
            <a:srgbClr val="FBAE40"/>
          </p15:clr>
        </p15:guide>
        <p15:guide id="17" orient="horz" pos="2832" userDrawn="1">
          <p15:clr>
            <a:srgbClr val="FBAE40"/>
          </p15:clr>
        </p15:guide>
        <p15:guide id="18" orient="horz" pos="252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6 textboxes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Heading Left Top"/>
          <p:cNvSpPr>
            <a:spLocks noGrp="1"/>
          </p:cNvSpPr>
          <p:nvPr>
            <p:ph type="body" idx="10" hasCustomPrompt="1"/>
          </p:nvPr>
        </p:nvSpPr>
        <p:spPr>
          <a:xfrm>
            <a:off x="4572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4" name="Content Left Top"/>
          <p:cNvSpPr>
            <a:spLocks noGrp="1"/>
          </p:cNvSpPr>
          <p:nvPr>
            <p:ph sz="quarter" idx="11"/>
          </p:nvPr>
        </p:nvSpPr>
        <p:spPr>
          <a:xfrm>
            <a:off x="457200" y="1883664"/>
            <a:ext cx="34544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Heading Middle Top"/>
          <p:cNvSpPr>
            <a:spLocks noGrp="1"/>
          </p:cNvSpPr>
          <p:nvPr>
            <p:ph type="body" idx="13" hasCustomPrompt="1"/>
          </p:nvPr>
        </p:nvSpPr>
        <p:spPr>
          <a:xfrm>
            <a:off x="4368799"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6" name="Content Middle Top"/>
          <p:cNvSpPr>
            <a:spLocks noGrp="1"/>
          </p:cNvSpPr>
          <p:nvPr>
            <p:ph sz="quarter" idx="12"/>
          </p:nvPr>
        </p:nvSpPr>
        <p:spPr>
          <a:xfrm>
            <a:off x="4368799" y="1883664"/>
            <a:ext cx="34544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Heading Right Top"/>
          <p:cNvSpPr>
            <a:spLocks noGrp="1"/>
          </p:cNvSpPr>
          <p:nvPr>
            <p:ph type="body" idx="15" hasCustomPrompt="1"/>
          </p:nvPr>
        </p:nvSpPr>
        <p:spPr>
          <a:xfrm>
            <a:off x="82804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8" name="Content Right Top"/>
          <p:cNvSpPr>
            <a:spLocks noGrp="1"/>
          </p:cNvSpPr>
          <p:nvPr>
            <p:ph sz="quarter" idx="14"/>
          </p:nvPr>
        </p:nvSpPr>
        <p:spPr>
          <a:xfrm>
            <a:off x="8280400" y="1883664"/>
            <a:ext cx="34544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Heading Left Bottom"/>
          <p:cNvSpPr>
            <a:spLocks noGrp="1"/>
          </p:cNvSpPr>
          <p:nvPr>
            <p:ph type="body" idx="17" hasCustomPrompt="1"/>
          </p:nvPr>
        </p:nvSpPr>
        <p:spPr>
          <a:xfrm>
            <a:off x="457200" y="400507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10" name="Content Left Bottom"/>
          <p:cNvSpPr>
            <a:spLocks noGrp="1"/>
          </p:cNvSpPr>
          <p:nvPr>
            <p:ph sz="quarter" idx="16"/>
          </p:nvPr>
        </p:nvSpPr>
        <p:spPr>
          <a:xfrm>
            <a:off x="457200" y="4489704"/>
            <a:ext cx="34544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1" name="Heading Middle Bottom"/>
          <p:cNvSpPr>
            <a:spLocks noGrp="1"/>
          </p:cNvSpPr>
          <p:nvPr>
            <p:ph type="body" idx="19" hasCustomPrompt="1"/>
          </p:nvPr>
        </p:nvSpPr>
        <p:spPr>
          <a:xfrm>
            <a:off x="4368799" y="400507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12" name="Content Middle Bottom"/>
          <p:cNvSpPr>
            <a:spLocks noGrp="1"/>
          </p:cNvSpPr>
          <p:nvPr>
            <p:ph sz="quarter" idx="18"/>
          </p:nvPr>
        </p:nvSpPr>
        <p:spPr>
          <a:xfrm>
            <a:off x="4368799" y="4489704"/>
            <a:ext cx="34544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3" name="Heading Right Bottom"/>
          <p:cNvSpPr>
            <a:spLocks noGrp="1"/>
          </p:cNvSpPr>
          <p:nvPr>
            <p:ph type="body" idx="21" hasCustomPrompt="1"/>
          </p:nvPr>
        </p:nvSpPr>
        <p:spPr>
          <a:xfrm>
            <a:off x="8280400" y="400507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endParaRPr lang="en-GB" dirty="0"/>
          </a:p>
        </p:txBody>
      </p:sp>
      <p:sp>
        <p:nvSpPr>
          <p:cNvPr id="14" name="Content Right Bottom"/>
          <p:cNvSpPr>
            <a:spLocks noGrp="1"/>
          </p:cNvSpPr>
          <p:nvPr>
            <p:ph sz="quarter" idx="20"/>
          </p:nvPr>
        </p:nvSpPr>
        <p:spPr>
          <a:xfrm>
            <a:off x="8280400" y="4489704"/>
            <a:ext cx="34544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cSld>
  <p:clrMapOvr>
    <a:masterClrMapping/>
  </p:clrMapOvr>
  <p:extLst>
    <p:ext uri="{DCECCB84-F9BA-43D5-87BE-67443E8EF086}">
      <p15:sldGuideLst xmlns:p15="http://schemas.microsoft.com/office/powerpoint/2012/main">
        <p15:guide id="12" pos="2752" userDrawn="1">
          <p15:clr>
            <a:srgbClr val="FBAE40"/>
          </p15:clr>
        </p15:guide>
        <p15:guide id="14" pos="5216" userDrawn="1">
          <p15:clr>
            <a:srgbClr val="FBAE40"/>
          </p15:clr>
        </p15:guide>
        <p15:guide id="18" pos="2464" userDrawn="1">
          <p15:clr>
            <a:srgbClr val="FBAE40"/>
          </p15:clr>
        </p15:guide>
        <p15:guide id="20" pos="4928" userDrawn="1">
          <p15:clr>
            <a:srgbClr val="FBAE40"/>
          </p15:clr>
        </p15:guide>
        <p15:guide id="21" orient="horz" pos="2520" userDrawn="1">
          <p15:clr>
            <a:srgbClr val="FBAE40"/>
          </p15:clr>
        </p15:guide>
        <p15:guide id="24" orient="horz" pos="880" userDrawn="1">
          <p15:clr>
            <a:srgbClr val="FBAE40"/>
          </p15:clr>
        </p15:guide>
        <p15:guide id="25" orient="horz" pos="1184" userDrawn="1">
          <p15:clr>
            <a:srgbClr val="FBAE40"/>
          </p15:clr>
        </p15:guide>
        <p15:guide id="27" orient="horz" pos="2832"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V - bio with photo">
    <p:spTree>
      <p:nvGrpSpPr>
        <p:cNvPr id="1" name=""/>
        <p:cNvGrpSpPr/>
        <p:nvPr/>
      </p:nvGrpSpPr>
      <p:grpSpPr>
        <a:xfrm>
          <a:off x="0" y="0"/>
          <a:ext cx="0" cy="0"/>
          <a:chOff x="0" y="0"/>
          <a:chExt cx="0" cy="0"/>
        </a:xfrm>
      </p:grpSpPr>
      <p:cxnSp>
        <p:nvCxnSpPr>
          <p:cNvPr id="8" name="Line"/>
          <p:cNvCxnSpPr/>
          <p:nvPr userDrawn="1"/>
        </p:nvCxnSpPr>
        <p:spPr>
          <a:xfrm>
            <a:off x="3911600" y="0"/>
            <a:ext cx="0" cy="6858000"/>
          </a:xfrm>
          <a:prstGeom prst="line">
            <a:avLst/>
          </a:prstGeom>
          <a:ln w="1905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hasCustomPrompt="1"/>
          </p:nvPr>
        </p:nvSpPr>
        <p:spPr>
          <a:xfrm>
            <a:off x="457200" y="4114800"/>
            <a:ext cx="2997200" cy="734155"/>
          </a:xfrm>
        </p:spPr>
        <p:txBody>
          <a:bodyPr anchor="b">
            <a:noAutofit/>
          </a:bodyPr>
          <a:lstStyle>
            <a:lvl1pPr algn="ctr">
              <a:defRPr sz="2400"/>
            </a:lvl1pPr>
          </a:lstStyle>
          <a:p>
            <a:r>
              <a:rPr lang="en-GB"/>
              <a:t>Name</a:t>
            </a:r>
            <a:endParaRPr lang="en-GB" dirty="0"/>
          </a:p>
        </p:txBody>
      </p:sp>
      <p:sp>
        <p:nvSpPr>
          <p:cNvPr id="5" name="Role"/>
          <p:cNvSpPr>
            <a:spLocks noGrp="1"/>
          </p:cNvSpPr>
          <p:nvPr>
            <p:ph type="body" sz="quarter" idx="10" hasCustomPrompt="1"/>
          </p:nvPr>
        </p:nvSpPr>
        <p:spPr>
          <a:xfrm>
            <a:off x="457200" y="4848955"/>
            <a:ext cx="2997200" cy="429768"/>
          </a:xfrm>
        </p:spPr>
        <p:txBody>
          <a:bodyPr/>
          <a:lstStyle>
            <a:lvl1pPr marL="0" indent="0" algn="ctr">
              <a:spcBef>
                <a:spcPts val="0"/>
              </a:spcBef>
              <a:buFont typeface="Arial" panose="020B0604020202020204" pitchFamily="34" charset="0"/>
              <a:buChar char="​"/>
              <a:defRPr sz="1400" b="0">
                <a:solidFill>
                  <a:schemeClr val="tx1"/>
                </a:solidFill>
              </a:defRPr>
            </a:lvl1pPr>
            <a:lvl2pPr marL="0" indent="0" algn="ctr">
              <a:spcBef>
                <a:spcPts val="0"/>
              </a:spcBef>
              <a:buFont typeface="Arial" panose="020B0604020202020204" pitchFamily="34" charset="0"/>
              <a:buChar char="​"/>
              <a:defRPr sz="1400">
                <a:solidFill>
                  <a:schemeClr val="tx1"/>
                </a:solidFill>
              </a:defRPr>
            </a:lvl2pPr>
            <a:lvl3pPr marL="0" indent="0" algn="ctr">
              <a:spcBef>
                <a:spcPts val="0"/>
              </a:spcBef>
              <a:buFont typeface="Arial" panose="020B0604020202020204" pitchFamily="34" charset="0"/>
              <a:buChar char="​"/>
              <a:defRPr sz="1400">
                <a:solidFill>
                  <a:schemeClr val="tx1"/>
                </a:solidFill>
              </a:defRPr>
            </a:lvl3pPr>
            <a:lvl4pPr marL="0" indent="0" algn="ctr">
              <a:spcBef>
                <a:spcPts val="0"/>
              </a:spcBef>
              <a:buFont typeface="Arial" panose="020B0604020202020204" pitchFamily="34" charset="0"/>
              <a:buChar char="​"/>
              <a:defRPr sz="1400">
                <a:solidFill>
                  <a:schemeClr val="tx1"/>
                </a:solidFill>
              </a:defRPr>
            </a:lvl4pPr>
            <a:lvl5pPr marL="0" indent="0" algn="ctr">
              <a:spcBef>
                <a:spcPts val="0"/>
              </a:spcBef>
              <a:buFont typeface="Arial" panose="020B0604020202020204" pitchFamily="34" charset="0"/>
              <a:buChar char="​"/>
              <a:defRPr sz="1400">
                <a:solidFill>
                  <a:schemeClr val="tx1"/>
                </a:solidFill>
              </a:defRPr>
            </a:lvl5pPr>
            <a:lvl6pPr marL="0" indent="0" algn="ctr">
              <a:spcBef>
                <a:spcPts val="0"/>
              </a:spcBef>
              <a:buFont typeface="Arial" panose="020B0604020202020204" pitchFamily="34" charset="0"/>
              <a:buChar char="​"/>
              <a:defRPr sz="1400">
                <a:solidFill>
                  <a:schemeClr val="tx1"/>
                </a:solidFill>
              </a:defRPr>
            </a:lvl6pPr>
            <a:lvl7pPr marL="0" indent="0" algn="ctr">
              <a:spcBef>
                <a:spcPts val="0"/>
              </a:spcBef>
              <a:buFont typeface="Arial" panose="020B0604020202020204" pitchFamily="34" charset="0"/>
              <a:buChar char="​"/>
              <a:defRPr sz="1400">
                <a:solidFill>
                  <a:schemeClr val="tx1"/>
                </a:solidFill>
              </a:defRPr>
            </a:lvl7pPr>
            <a:lvl8pPr marL="0" indent="0" algn="ctr">
              <a:spcBef>
                <a:spcPts val="0"/>
              </a:spcBef>
              <a:buFont typeface="Arial" panose="020B0604020202020204" pitchFamily="34" charset="0"/>
              <a:buChar char="​"/>
              <a:defRPr sz="1400">
                <a:solidFill>
                  <a:schemeClr val="tx1"/>
                </a:solidFill>
              </a:defRPr>
            </a:lvl8pPr>
            <a:lvl9pPr marL="0" indent="0" algn="ctr">
              <a:spcBef>
                <a:spcPts val="0"/>
              </a:spcBef>
              <a:buFont typeface="Arial" panose="020B0604020202020204" pitchFamily="34" charset="0"/>
              <a:buChar char="​"/>
              <a:defRPr sz="1400">
                <a:solidFill>
                  <a:schemeClr val="tx1"/>
                </a:solidFill>
              </a:defRPr>
            </a:lvl9pPr>
          </a:lstStyle>
          <a:p>
            <a:pPr lvl="0"/>
            <a:r>
              <a:rPr lang="en-GB"/>
              <a:t>Role &amp; Position</a:t>
            </a:r>
            <a:endParaRPr lang="en-GB" dirty="0"/>
          </a:p>
        </p:txBody>
      </p:sp>
      <p:sp>
        <p:nvSpPr>
          <p:cNvPr id="7" name="Headshot"/>
          <p:cNvSpPr>
            <a:spLocks noGrp="1" noChangeAspect="1"/>
          </p:cNvSpPr>
          <p:nvPr>
            <p:ph type="pic" sz="quarter" idx="20" hasCustomPrompt="1"/>
          </p:nvPr>
        </p:nvSpPr>
        <p:spPr>
          <a:xfrm>
            <a:off x="457200" y="786128"/>
            <a:ext cx="2997200" cy="2997200"/>
          </a:xfrm>
          <a:prstGeom prst="ellipse">
            <a:avLst/>
          </a:prstGeom>
          <a:solidFill>
            <a:srgbClr val="F0F0F0"/>
          </a:solidFill>
        </p:spPr>
        <p:txBody>
          <a:bodyPr tIns="868680" anchor="ctr"/>
          <a:lstStyle>
            <a:lvl1pPr marL="0" indent="0" algn="ctr">
              <a:buNone/>
              <a:defRPr sz="1400">
                <a:solidFill>
                  <a:schemeClr val="tx1"/>
                </a:solidFill>
              </a:defRPr>
            </a:lvl1pPr>
          </a:lstStyle>
          <a:p>
            <a:r>
              <a:rPr lang="en-GB"/>
              <a:t>Click icon to add headshot</a:t>
            </a:r>
            <a:endParaRPr lang="en-GB" dirty="0"/>
          </a:p>
        </p:txBody>
      </p:sp>
      <p:sp>
        <p:nvSpPr>
          <p:cNvPr id="6" name="Content"/>
          <p:cNvSpPr>
            <a:spLocks noGrp="1"/>
          </p:cNvSpPr>
          <p:nvPr>
            <p:ph type="body" sz="quarter" idx="11"/>
          </p:nvPr>
        </p:nvSpPr>
        <p:spPr>
          <a:xfrm>
            <a:off x="4368799" y="381000"/>
            <a:ext cx="7366000" cy="60198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cSld>
  <p:clrMapOvr>
    <a:masterClrMapping/>
  </p:clrMapOvr>
  <p:extLst>
    <p:ext uri="{DCECCB84-F9BA-43D5-87BE-67443E8EF086}">
      <p15:sldGuideLst xmlns:p15="http://schemas.microsoft.com/office/powerpoint/2012/main">
        <p15:guide id="2" pos="2176"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e pager credential">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10" name="Impact"/>
          <p:cNvSpPr>
            <a:spLocks noGrp="1"/>
          </p:cNvSpPr>
          <p:nvPr>
            <p:ph type="body" sz="quarter" idx="16" hasCustomPrompt="1"/>
          </p:nvPr>
        </p:nvSpPr>
        <p:spPr>
          <a:xfrm>
            <a:off x="0" y="1399033"/>
            <a:ext cx="12192000" cy="1080135"/>
          </a:xfrm>
          <a:solidFill>
            <a:schemeClr val="accent1"/>
          </a:solidFill>
        </p:spPr>
        <p:txBody>
          <a:bodyPr lIns="457200" tIns="45720" rIns="457200" bIns="45720" anchor="ctr"/>
          <a:lstStyle>
            <a:lvl1pPr marL="0" indent="0">
              <a:spcBef>
                <a:spcPts val="0"/>
              </a:spcBef>
              <a:spcAft>
                <a:spcPts val="0"/>
              </a:spcAft>
              <a:buFont typeface="Arial" panose="020B0604020202020204" pitchFamily="34" charset="0"/>
              <a:buChar char="​"/>
              <a:defRPr sz="2000">
                <a:solidFill>
                  <a:schemeClr val="bg1"/>
                </a:solidFill>
              </a:defRPr>
            </a:lvl1pPr>
            <a:lvl2pPr marL="0" indent="0">
              <a:spcBef>
                <a:spcPts val="0"/>
              </a:spcBef>
              <a:spcAft>
                <a:spcPts val="0"/>
              </a:spcAft>
              <a:buFont typeface="Arial" panose="020B0604020202020204" pitchFamily="34" charset="0"/>
              <a:buChar char="​"/>
              <a:defRPr sz="2000">
                <a:solidFill>
                  <a:schemeClr val="bg1"/>
                </a:solidFill>
              </a:defRPr>
            </a:lvl2pPr>
            <a:lvl3pPr marL="0" indent="0">
              <a:spcBef>
                <a:spcPts val="0"/>
              </a:spcBef>
              <a:spcAft>
                <a:spcPts val="0"/>
              </a:spcAft>
              <a:buFont typeface="Arial" panose="020B0604020202020204" pitchFamily="34" charset="0"/>
              <a:buChar char="​"/>
              <a:defRPr sz="2000">
                <a:solidFill>
                  <a:schemeClr val="bg1"/>
                </a:solidFill>
              </a:defRPr>
            </a:lvl3pPr>
            <a:lvl4pPr marL="0" indent="0">
              <a:spcBef>
                <a:spcPts val="0"/>
              </a:spcBef>
              <a:spcAft>
                <a:spcPts val="0"/>
              </a:spcAft>
              <a:buFont typeface="Arial" panose="020B0604020202020204" pitchFamily="34" charset="0"/>
              <a:buChar char="​"/>
              <a:defRPr sz="2000">
                <a:solidFill>
                  <a:schemeClr val="bg1"/>
                </a:solidFill>
              </a:defRPr>
            </a:lvl4pPr>
            <a:lvl5pPr marL="0" indent="0">
              <a:spcBef>
                <a:spcPts val="0"/>
              </a:spcBef>
              <a:spcAft>
                <a:spcPts val="0"/>
              </a:spcAft>
              <a:buFont typeface="Arial" panose="020B0604020202020204" pitchFamily="34" charset="0"/>
              <a:buChar char="​"/>
              <a:defRPr sz="2000">
                <a:solidFill>
                  <a:schemeClr val="bg1"/>
                </a:solidFill>
              </a:defRPr>
            </a:lvl5pPr>
            <a:lvl6pPr marL="0" indent="0">
              <a:spcBef>
                <a:spcPts val="0"/>
              </a:spcBef>
              <a:spcAft>
                <a:spcPts val="0"/>
              </a:spcAft>
              <a:buFont typeface="Arial" panose="020B0604020202020204" pitchFamily="34" charset="0"/>
              <a:buChar char="​"/>
              <a:defRPr sz="2000">
                <a:solidFill>
                  <a:schemeClr val="bg1"/>
                </a:solidFill>
              </a:defRPr>
            </a:lvl6pPr>
            <a:lvl7pPr marL="0" indent="0">
              <a:spcBef>
                <a:spcPts val="0"/>
              </a:spcBef>
              <a:spcAft>
                <a:spcPts val="0"/>
              </a:spcAft>
              <a:buFont typeface="Arial" panose="020B0604020202020204" pitchFamily="34" charset="0"/>
              <a:buChar char="​"/>
              <a:defRPr sz="2000">
                <a:solidFill>
                  <a:schemeClr val="bg1"/>
                </a:solidFill>
              </a:defRPr>
            </a:lvl7pPr>
            <a:lvl8pPr marL="0" indent="0">
              <a:spcBef>
                <a:spcPts val="0"/>
              </a:spcBef>
              <a:spcAft>
                <a:spcPts val="0"/>
              </a:spcAft>
              <a:buFont typeface="Arial" panose="020B0604020202020204" pitchFamily="34" charset="0"/>
              <a:buChar char="​"/>
              <a:defRPr sz="2000">
                <a:solidFill>
                  <a:schemeClr val="bg1"/>
                </a:solidFill>
              </a:defRPr>
            </a:lvl8pPr>
            <a:lvl9pPr marL="0" indent="0">
              <a:spcBef>
                <a:spcPts val="0"/>
              </a:spcBef>
              <a:spcAft>
                <a:spcPts val="0"/>
              </a:spcAft>
              <a:buFont typeface="Arial" panose="020B0604020202020204" pitchFamily="34" charset="0"/>
              <a:buChar char="​"/>
              <a:defRPr sz="2000">
                <a:solidFill>
                  <a:schemeClr val="bg1"/>
                </a:solidFill>
              </a:defRPr>
            </a:lvl9pPr>
          </a:lstStyle>
          <a:p>
            <a:pPr lvl="0"/>
            <a:r>
              <a:rPr lang="en-GB"/>
              <a:t>Insert impact statements here (alternatively change background color)</a:t>
            </a:r>
            <a:endParaRPr lang="en-GB" dirty="0"/>
          </a:p>
        </p:txBody>
      </p:sp>
      <p:sp>
        <p:nvSpPr>
          <p:cNvPr id="3" name="Heading Left"/>
          <p:cNvSpPr>
            <a:spLocks noGrp="1"/>
          </p:cNvSpPr>
          <p:nvPr>
            <p:ph type="body" idx="10" hasCustomPrompt="1"/>
          </p:nvPr>
        </p:nvSpPr>
        <p:spPr>
          <a:xfrm>
            <a:off x="457200" y="2703194"/>
            <a:ext cx="3454400" cy="215444"/>
          </a:xfrm>
        </p:spPr>
        <p:txBody>
          <a:bodyPr>
            <a:noAutofit/>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endParaRPr lang="en-GB" dirty="0"/>
          </a:p>
        </p:txBody>
      </p:sp>
      <p:sp>
        <p:nvSpPr>
          <p:cNvPr id="4" name="Content Left"/>
          <p:cNvSpPr>
            <a:spLocks noGrp="1"/>
          </p:cNvSpPr>
          <p:nvPr>
            <p:ph type="body" sz="half" idx="11"/>
          </p:nvPr>
        </p:nvSpPr>
        <p:spPr>
          <a:xfrm>
            <a:off x="457200" y="3063236"/>
            <a:ext cx="3454400" cy="3337564"/>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Heading Middle"/>
          <p:cNvSpPr>
            <a:spLocks noGrp="1"/>
          </p:cNvSpPr>
          <p:nvPr>
            <p:ph type="body" sz="quarter" idx="13" hasCustomPrompt="1"/>
          </p:nvPr>
        </p:nvSpPr>
        <p:spPr>
          <a:xfrm>
            <a:off x="4368799" y="2703194"/>
            <a:ext cx="3454400" cy="215444"/>
          </a:xfrm>
        </p:spPr>
        <p:txBody>
          <a:bodyPr>
            <a:noAutofit/>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endParaRPr lang="en-GB" dirty="0"/>
          </a:p>
        </p:txBody>
      </p:sp>
      <p:sp>
        <p:nvSpPr>
          <p:cNvPr id="6" name="Content Middle"/>
          <p:cNvSpPr>
            <a:spLocks noGrp="1"/>
          </p:cNvSpPr>
          <p:nvPr>
            <p:ph type="body" sz="quarter" idx="12"/>
          </p:nvPr>
        </p:nvSpPr>
        <p:spPr>
          <a:xfrm>
            <a:off x="4368799" y="3063239"/>
            <a:ext cx="3454400" cy="3337561"/>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Heading Right"/>
          <p:cNvSpPr>
            <a:spLocks noGrp="1"/>
          </p:cNvSpPr>
          <p:nvPr>
            <p:ph type="body" sz="quarter" idx="15" hasCustomPrompt="1"/>
          </p:nvPr>
        </p:nvSpPr>
        <p:spPr>
          <a:xfrm>
            <a:off x="8280400" y="2703194"/>
            <a:ext cx="3454400" cy="215444"/>
          </a:xfrm>
        </p:spPr>
        <p:txBody>
          <a:bodyPr>
            <a:noAutofit/>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endParaRPr lang="en-GB" dirty="0"/>
          </a:p>
        </p:txBody>
      </p:sp>
      <p:sp>
        <p:nvSpPr>
          <p:cNvPr id="8" name="Content Right"/>
          <p:cNvSpPr>
            <a:spLocks noGrp="1"/>
          </p:cNvSpPr>
          <p:nvPr>
            <p:ph type="body" sz="quarter" idx="14"/>
          </p:nvPr>
        </p:nvSpPr>
        <p:spPr>
          <a:xfrm>
            <a:off x="8280400" y="3063239"/>
            <a:ext cx="3454400" cy="3337561"/>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extLst>
      <p:ext uri="{BB962C8B-B14F-4D97-AF65-F5344CB8AC3E}">
        <p14:creationId xmlns:p14="http://schemas.microsoft.com/office/powerpoint/2010/main" val="2803226806"/>
      </p:ext>
    </p:extLst>
  </p:cSld>
  <p:clrMapOvr>
    <a:masterClrMapping/>
  </p:clrMapOvr>
  <p:extLst>
    <p:ext uri="{DCECCB84-F9BA-43D5-87BE-67443E8EF086}">
      <p15:sldGuideLst xmlns:p15="http://schemas.microsoft.com/office/powerpoint/2012/main">
        <p15:guide id="15" pos="2464" userDrawn="1">
          <p15:clr>
            <a:srgbClr val="FBAE40"/>
          </p15:clr>
        </p15:guide>
        <p15:guide id="16" pos="2752" userDrawn="1">
          <p15:clr>
            <a:srgbClr val="FBAE40"/>
          </p15:clr>
        </p15:guide>
        <p15:guide id="17" pos="4928" userDrawn="1">
          <p15:clr>
            <a:srgbClr val="FBAE40"/>
          </p15:clr>
        </p15:guide>
        <p15:guide id="18" pos="5216" userDrawn="1">
          <p15:clr>
            <a:srgbClr val="FBAE40"/>
          </p15:clr>
        </p15:guide>
        <p15:guide id="20" orient="horz" pos="880" userDrawn="1">
          <p15:clr>
            <a:srgbClr val="FBAE40"/>
          </p15:clr>
        </p15:guide>
        <p15:guide id="21" orient="horz" pos="1560" userDrawn="1">
          <p15:clr>
            <a:srgbClr val="FBAE40"/>
          </p15:clr>
        </p15:guide>
        <p15:guide id="24" orient="horz" pos="170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ents">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p>
            <a:r>
              <a:rPr lang="en-GB"/>
              <a:t>Contents</a:t>
            </a:r>
            <a:endParaRPr lang="en-GB" dirty="0"/>
          </a:p>
        </p:txBody>
      </p:sp>
    </p:spTree>
  </p:cSld>
  <p:clrMapOvr>
    <a:masterClrMapping/>
  </p:clrMapOvr>
  <p:extLst>
    <p:ext uri="{DCECCB84-F9BA-43D5-87BE-67443E8EF086}">
      <p15:sldGuideLst xmlns:p15="http://schemas.microsoft.com/office/powerpoint/2012/main">
        <p15:guide id="1" orient="horz" pos="88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fidentiality">
    <p:spTree>
      <p:nvGrpSpPr>
        <p:cNvPr id="1" name=""/>
        <p:cNvGrpSpPr/>
        <p:nvPr/>
      </p:nvGrpSpPr>
      <p:grpSpPr>
        <a:xfrm>
          <a:off x="0" y="0"/>
          <a:ext cx="0" cy="0"/>
          <a:chOff x="0" y="0"/>
          <a:chExt cx="0" cy="0"/>
        </a:xfrm>
      </p:grpSpPr>
      <p:graphicFrame>
        <p:nvGraphicFramePr>
          <p:cNvPr id="9" name="DTP_Confidentiality"/>
          <p:cNvGraphicFramePr>
            <a:graphicFrameLocks noGrp="1"/>
          </p:cNvGraphicFramePr>
          <p:nvPr userDrawn="1">
            <p:extLst>
              <p:ext uri="{D42A27DB-BD31-4B8C-83A1-F6EECF244321}">
                <p14:modId xmlns:p14="http://schemas.microsoft.com/office/powerpoint/2010/main" val="2346707395"/>
              </p:ext>
            </p:extLst>
          </p:nvPr>
        </p:nvGraphicFramePr>
        <p:xfrm>
          <a:off x="457200" y="2598420"/>
          <a:ext cx="9321800" cy="1661160"/>
        </p:xfrm>
        <a:graphic>
          <a:graphicData uri="http://schemas.openxmlformats.org/drawingml/2006/table">
            <a:tbl>
              <a:tblPr/>
              <a:tblGrid>
                <a:gridCol w="9321800">
                  <a:extLst>
                    <a:ext uri="{9D8B030D-6E8A-4147-A177-3AD203B41FA5}">
                      <a16:colId xmlns:a16="http://schemas.microsoft.com/office/drawing/2014/main" val="20000"/>
                    </a:ext>
                  </a:extLst>
                </a:gridCol>
              </a:tblGrid>
              <a:tr h="365760">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lang="en-GB" sz="2400" b="1" cap="none">
                          <a:ln>
                            <a:noFill/>
                          </a:ln>
                          <a:solidFill>
                            <a:schemeClr val="tx1"/>
                          </a:solidFill>
                          <a:effectLst/>
                          <a:latin typeface="+mj-lt"/>
                          <a:ea typeface="+mj-ea"/>
                          <a:cs typeface="+mj-cs"/>
                        </a:rPr>
                        <a:t>Confidentiality</a:t>
                      </a:r>
                      <a:endParaRPr lang="en-GB" sz="2400" b="1" cap="none" dirty="0">
                        <a:ln>
                          <a:noFill/>
                        </a:ln>
                        <a:solidFill>
                          <a:schemeClr val="tx1"/>
                        </a:solidFill>
                        <a:effectLst/>
                        <a:latin typeface="+mj-lt"/>
                        <a:ea typeface="+mj-ea"/>
                        <a:cs typeface="+mj-cs"/>
                      </a:endParaRPr>
                    </a:p>
                  </a:txBody>
                  <a:tcPr marL="0" marR="0" marT="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600"/>
                        </a:spcBef>
                        <a:spcAft>
                          <a:spcPts val="0"/>
                        </a:spcAft>
                        <a:buClrTx/>
                        <a:buSzPct val="100000"/>
                        <a:buNone/>
                        <a:tabLst/>
                      </a:pPr>
                      <a:r>
                        <a:rPr lang="en-US" sz="1200">
                          <a:ln>
                            <a:noFill/>
                          </a:ln>
                          <a:solidFill>
                            <a:schemeClr val="tx1"/>
                          </a:solidFill>
                          <a:effectLst/>
                          <a:latin typeface="+mn-lt"/>
                          <a:ea typeface="+mn-ea"/>
                          <a:cs typeface="+mn-cs"/>
                        </a:rPr>
                        <a:t>Our clients’ industries are extremely competitive, and the maintenance of confidentiality with respect to our clients’ plans and data is critical. Oliver Wyman rigorously applies internal confidentiality practices to protect the confidentiality of all client information.
Similarly, our industry is very competitive. We view our approaches and insights as proprietary and therefore look to our clients to protect our interests in our proposals, presentations, methodologies, and analytical techniques. Under no circumstances should this material be shared with any third party without the prior written consent of Oliver Wyman.
© Oliver Wyman</a:t>
                      </a:r>
                      <a:endParaRPr lang="en-GB" sz="1200" dirty="0">
                        <a:ln>
                          <a:noFill/>
                        </a:ln>
                        <a:solidFill>
                          <a:schemeClr val="tx1"/>
                        </a:solidFill>
                        <a:effectLst/>
                        <a:latin typeface="+mn-lt"/>
                        <a:ea typeface="+mn-ea"/>
                        <a:cs typeface="+mn-cs"/>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Qualification">
    <p:spTree>
      <p:nvGrpSpPr>
        <p:cNvPr id="1" name=""/>
        <p:cNvGrpSpPr/>
        <p:nvPr/>
      </p:nvGrpSpPr>
      <p:grpSpPr>
        <a:xfrm>
          <a:off x="0" y="0"/>
          <a:ext cx="0" cy="0"/>
          <a:chOff x="0" y="0"/>
          <a:chExt cx="0" cy="0"/>
        </a:xfrm>
      </p:grpSpPr>
      <p:graphicFrame>
        <p:nvGraphicFramePr>
          <p:cNvPr id="3" name="TextConfOW-S-"/>
          <p:cNvGraphicFramePr>
            <a:graphicFrameLocks noGrp="1"/>
          </p:cNvGraphicFramePr>
          <p:nvPr userDrawn="1">
            <p:extLst>
              <p:ext uri="{D42A27DB-BD31-4B8C-83A1-F6EECF244321}">
                <p14:modId xmlns:p14="http://schemas.microsoft.com/office/powerpoint/2010/main" val="1842997149"/>
              </p:ext>
            </p:extLst>
          </p:nvPr>
        </p:nvGraphicFramePr>
        <p:xfrm>
          <a:off x="457199" y="1828800"/>
          <a:ext cx="9321800" cy="3200400"/>
        </p:xfrm>
        <a:graphic>
          <a:graphicData uri="http://schemas.openxmlformats.org/drawingml/2006/table">
            <a:tbl>
              <a:tblPr/>
              <a:tblGrid>
                <a:gridCol w="9321800">
                  <a:extLst>
                    <a:ext uri="{9D8B030D-6E8A-4147-A177-3AD203B41FA5}">
                      <a16:colId xmlns:a16="http://schemas.microsoft.com/office/drawing/2014/main" val="20000"/>
                    </a:ext>
                  </a:extLst>
                </a:gridCol>
              </a:tblGrid>
              <a:tr h="0">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lang="en-US" sz="2400" b="1" cap="none">
                          <a:ln>
                            <a:noFill/>
                          </a:ln>
                          <a:solidFill>
                            <a:schemeClr val="tx1"/>
                          </a:solidFill>
                          <a:effectLst/>
                          <a:latin typeface="+mj-lt"/>
                          <a:ea typeface="+mj-ea"/>
                          <a:cs typeface="+mj-cs"/>
                        </a:rPr>
                        <a:t>Qualifications, assumptions, and limiting conditions</a:t>
                      </a:r>
                      <a:endParaRPr lang="en-GB" sz="2400" b="1" cap="none" dirty="0">
                        <a:ln>
                          <a:noFill/>
                        </a:ln>
                        <a:solidFill>
                          <a:schemeClr val="tx1"/>
                        </a:solidFill>
                        <a:effectLst/>
                        <a:latin typeface="+mj-lt"/>
                        <a:ea typeface="+mj-ea"/>
                        <a:cs typeface="+mj-cs"/>
                      </a:endParaRPr>
                    </a:p>
                  </a:txBody>
                  <a:tcPr marL="0" marR="0" marT="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600"/>
                        </a:spcBef>
                        <a:spcAft>
                          <a:spcPts val="0"/>
                        </a:spcAft>
                        <a:buClrTx/>
                        <a:buSzPct val="100000"/>
                        <a:buNone/>
                        <a:tabLst/>
                      </a:pPr>
                      <a:r>
                        <a:rPr lang="en-US" sz="1200">
                          <a:ln>
                            <a:noFill/>
                          </a:ln>
                          <a:solidFill>
                            <a:schemeClr val="tx1"/>
                          </a:solidFill>
                          <a:effectLst/>
                          <a:latin typeface="+mn-lt"/>
                          <a:ea typeface="+mn-ea"/>
                          <a:cs typeface="+mn-cs"/>
                        </a:rPr>
                        <a:t>This report is for the exclusive use of the Oliver Wyman client named herein. This report is not intended for general circulation or publication, nor is it to be reproduced, quoted, or distributed for any purpose without the prior written permission of Oliver Wyman. There are no third‑party beneficiaries with respect to this report, and Oliver Wyman does not accept any liability to any third party.
Information furnished by others, upon which all or portions of this report are based, is believed to be reliable but has not been independently verified, unless otherwise expressly indicated. Public information and industry and statistical data are from sources we deem to be reliable; however, we make no representation as to the accuracy or completeness of such information. The findings contained in this report may contain predictions based on current data and historical trends. Any such predictions are subject to inherent risks and uncertainties. Oliver Wyman accepts no responsibility for actual results or future events.
The opinions expressed in this report are valid only for the purpose stated herein and as of the date of this report. No obligation is assumed to revise this report to reflect changes, events, or conditions, which occur subsequent to the date hereof.
All decisions in connection with the implementation or use of advice or recommendations contained in this report are the sole responsibility of the client. This report does not represent investment advice nor does it provide an opinion regarding the fairness of any transaction to any and all parties. In addition, this report does not represent legal, medical, accounting, safety, or other specialized advice. For any such advice, Oliver Wyman recommends seeking and obtaining advice from a qualified professional.</a:t>
                      </a:r>
                      <a:endParaRPr lang="en-GB" sz="1200" dirty="0">
                        <a:ln>
                          <a:noFill/>
                        </a:ln>
                        <a:solidFill>
                          <a:schemeClr val="tx1"/>
                        </a:solidFill>
                        <a:effectLst/>
                        <a:latin typeface="+mn-lt"/>
                        <a:ea typeface="+mn-ea"/>
                        <a:cs typeface="+mn-cs"/>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Backcover">
    <p:spTree>
      <p:nvGrpSpPr>
        <p:cNvPr id="1" name=""/>
        <p:cNvGrpSpPr/>
        <p:nvPr/>
      </p:nvGrpSpPr>
      <p:grpSpPr>
        <a:xfrm>
          <a:off x="0" y="0"/>
          <a:ext cx="0" cy="0"/>
          <a:chOff x="0" y="0"/>
          <a:chExt cx="0" cy="0"/>
        </a:xfrm>
      </p:grpSpPr>
      <p:pic>
        <p:nvPicPr>
          <p:cNvPr id="3" name="DTP_CompanyLogo_112">
            <a:extLst>
              <a:ext uri="{FF2B5EF4-FFF2-40B4-BE49-F238E27FC236}">
                <a16:creationId xmlns:a16="http://schemas.microsoft.com/office/drawing/2014/main" id="{D72C9A7B-A472-3A5C-59A8-146301635A9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7200" y="3191256"/>
            <a:ext cx="2453640" cy="469392"/>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4B77E907-A183-D689-CB9A-F8FDA1F36780}"/>
              </a:ext>
            </a:extLst>
          </p:cNvPr>
          <p:cNvGraphicFramePr>
            <a:graphicFrameLocks noChangeAspect="1"/>
          </p:cNvGraphicFramePr>
          <p:nvPr userDrawn="1">
            <p:custDataLst>
              <p:tags r:id="rId30"/>
            </p:custDataLst>
            <p:extLst>
              <p:ext uri="{D42A27DB-BD31-4B8C-83A1-F6EECF244321}">
                <p14:modId xmlns:p14="http://schemas.microsoft.com/office/powerpoint/2010/main" val="1815380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1" imgW="425" imgH="425" progId="TCLayout.ActiveDocument.1">
                  <p:embed/>
                </p:oleObj>
              </mc:Choice>
              <mc:Fallback>
                <p:oleObj name="think-cell Slide" r:id="rId31" imgW="425" imgH="425" progId="TCLayout.ActiveDocument.1">
                  <p:embed/>
                  <p:pic>
                    <p:nvPicPr>
                      <p:cNvPr id="0" name=""/>
                      <p:cNvPicPr/>
                      <p:nvPr/>
                    </p:nvPicPr>
                    <p:blipFill>
                      <a:blip r:embed="rId32"/>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a:xfrm>
            <a:off x="457200" y="384048"/>
            <a:ext cx="11277600" cy="758952"/>
          </a:xfrm>
          <a:prstGeom prst="rect">
            <a:avLst/>
          </a:prstGeom>
        </p:spPr>
        <p:txBody>
          <a:bodyPr vert="horz" lIns="0" tIns="0" rIns="0" bIns="0" rtlCol="0" anchorCtr="0">
            <a:noAutofit/>
          </a:bodyPr>
          <a:lstStyle/>
          <a:p>
            <a:r>
              <a:rPr lang="en-GB"/>
              <a:t>Click to edit Master title style</a:t>
            </a:r>
            <a:endParaRPr lang="en-GB" dirty="0"/>
          </a:p>
        </p:txBody>
      </p:sp>
      <p:sp>
        <p:nvSpPr>
          <p:cNvPr id="3" name="BodyText"/>
          <p:cNvSpPr>
            <a:spLocks noGrp="1"/>
          </p:cNvSpPr>
          <p:nvPr>
            <p:ph type="body" idx="1"/>
          </p:nvPr>
        </p:nvSpPr>
        <p:spPr>
          <a:xfrm>
            <a:off x="457200" y="1399032"/>
            <a:ext cx="11277600" cy="500176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hidden="1"/>
          <p:cNvSpPr>
            <a:spLocks noGrp="1"/>
          </p:cNvSpPr>
          <p:nvPr>
            <p:ph type="dt" sz="half" idx="2"/>
          </p:nvPr>
        </p:nvSpPr>
        <p:spPr>
          <a:xfrm>
            <a:off x="580573" y="6864350"/>
            <a:ext cx="399143" cy="98425"/>
          </a:xfrm>
          <a:prstGeom prst="rect">
            <a:avLst/>
          </a:prstGeom>
        </p:spPr>
        <p:txBody>
          <a:bodyPr vert="horz" lIns="0" tIns="0" rIns="0" bIns="0" rtlCol="0" anchor="ctr"/>
          <a:lstStyle>
            <a:lvl1pPr algn="l">
              <a:defRPr sz="300">
                <a:solidFill>
                  <a:schemeClr val="tx1"/>
                </a:solidFill>
              </a:defRPr>
            </a:lvl1pPr>
          </a:lstStyle>
          <a:p>
            <a:fld id="{7ECE2914-4E17-487A-A4E5-C87617449E51}" type="datetimeFigureOut">
              <a:rPr lang="en-GB" smtClean="0"/>
              <a:pPr/>
              <a:t>4/30/2026</a:t>
            </a:fld>
            <a:endParaRPr lang="en-GB" dirty="0"/>
          </a:p>
        </p:txBody>
      </p:sp>
      <p:sp>
        <p:nvSpPr>
          <p:cNvPr id="5" name="Footer Placeholder" hidden="1"/>
          <p:cNvSpPr>
            <a:spLocks noGrp="1"/>
          </p:cNvSpPr>
          <p:nvPr>
            <p:ph type="ftr" sz="quarter" idx="3"/>
          </p:nvPr>
        </p:nvSpPr>
        <p:spPr>
          <a:xfrm>
            <a:off x="979714" y="6864350"/>
            <a:ext cx="677333" cy="98425"/>
          </a:xfrm>
          <a:prstGeom prst="rect">
            <a:avLst/>
          </a:prstGeom>
        </p:spPr>
        <p:txBody>
          <a:bodyPr vert="horz" lIns="0" tIns="0" rIns="0" bIns="0" rtlCol="0" anchor="ctr"/>
          <a:lstStyle>
            <a:lvl1pPr algn="ctr">
              <a:defRPr sz="300">
                <a:solidFill>
                  <a:schemeClr val="tx1"/>
                </a:solidFill>
              </a:defRPr>
            </a:lvl1pPr>
          </a:lstStyle>
          <a:p>
            <a:endParaRPr lang="en-GB" dirty="0"/>
          </a:p>
        </p:txBody>
      </p:sp>
      <p:sp>
        <p:nvSpPr>
          <p:cNvPr id="6" name="Slide Number Placeholder" hidden="1"/>
          <p:cNvSpPr>
            <a:spLocks noGrp="1"/>
          </p:cNvSpPr>
          <p:nvPr>
            <p:ph type="sldNum" sz="quarter" idx="4"/>
          </p:nvPr>
        </p:nvSpPr>
        <p:spPr>
          <a:xfrm>
            <a:off x="1657048" y="6864350"/>
            <a:ext cx="193524" cy="98425"/>
          </a:xfrm>
          <a:prstGeom prst="rect">
            <a:avLst/>
          </a:prstGeom>
        </p:spPr>
        <p:txBody>
          <a:bodyPr vert="horz" lIns="0" tIns="0" rIns="0" bIns="0" rtlCol="0" anchor="ctr"/>
          <a:lstStyle>
            <a:lvl1pPr algn="r">
              <a:defRPr sz="300">
                <a:solidFill>
                  <a:schemeClr val="tx1"/>
                </a:solidFill>
              </a:defRPr>
            </a:lvl1pPr>
          </a:lstStyle>
          <a:p>
            <a:fld id="{8F63CC74-D785-4C96-8C6E-EB177D1B9A1D}" type="slidenum">
              <a:rPr lang="en-GB" smtClean="0"/>
              <a:pPr/>
              <a:t>‹#›</a:t>
            </a:fld>
            <a:endParaRPr lang="en-GB" dirty="0"/>
          </a:p>
        </p:txBody>
      </p:sp>
      <p:sp>
        <p:nvSpPr>
          <p:cNvPr id="7" name="SlideNumber"/>
          <p:cNvSpPr txBox="1"/>
          <p:nvPr userDrawn="1"/>
        </p:nvSpPr>
        <p:spPr>
          <a:xfrm>
            <a:off x="11584118" y="6552456"/>
            <a:ext cx="150682" cy="153888"/>
          </a:xfrm>
          <a:prstGeom prst="rect">
            <a:avLst/>
          </a:prstGeom>
          <a:noFill/>
        </p:spPr>
        <p:txBody>
          <a:bodyPr wrap="none" lIns="0" tIns="0" rIns="0" bIns="0" rtlCol="0" anchor="ctr">
            <a:spAutoFit/>
          </a:bodyPr>
          <a:lstStyle/>
          <a:p>
            <a:pPr marL="0" marR="0" indent="0" algn="r" defTabSz="914370" rtl="0" eaLnBrk="1" fontAlgn="auto" latinLnBrk="0" hangingPunct="1">
              <a:lnSpc>
                <a:spcPct val="100000"/>
              </a:lnSpc>
              <a:spcBef>
                <a:spcPts val="0"/>
              </a:spcBef>
              <a:spcAft>
                <a:spcPts val="0"/>
              </a:spcAft>
              <a:buClrTx/>
              <a:buSzTx/>
              <a:buFontTx/>
              <a:buNone/>
              <a:tabLst/>
              <a:defRPr/>
            </a:pPr>
            <a:fld id="{8F63CC74-D785-4C96-8C6E-EB177D1B9A1D}" type="slidenum">
              <a:rPr lang="en-GB" sz="1000" smtClean="0">
                <a:solidFill>
                  <a:schemeClr val="tx1"/>
                </a:solidFill>
              </a:rPr>
              <a:pPr marL="0" marR="0" indent="0" algn="r" defTabSz="914370" rtl="0" eaLnBrk="1" fontAlgn="auto" latinLnBrk="0" hangingPunct="1">
                <a:lnSpc>
                  <a:spcPct val="100000"/>
                </a:lnSpc>
                <a:spcBef>
                  <a:spcPts val="0"/>
                </a:spcBef>
                <a:spcAft>
                  <a:spcPts val="0"/>
                </a:spcAft>
                <a:buClrTx/>
                <a:buSzTx/>
                <a:buFontTx/>
                <a:buNone/>
                <a:tabLst/>
                <a:defRPr/>
              </a:pPr>
              <a:t>‹#›</a:t>
            </a:fld>
            <a:endParaRPr lang="en-GB" sz="1000" dirty="0">
              <a:solidFill>
                <a:schemeClr val="tx1"/>
              </a:solidFill>
            </a:endParaRPr>
          </a:p>
        </p:txBody>
      </p:sp>
      <p:sp>
        <p:nvSpPr>
          <p:cNvPr id="8" name="DTP_Copyright"/>
          <p:cNvSpPr txBox="1"/>
          <p:nvPr userDrawn="1"/>
        </p:nvSpPr>
        <p:spPr>
          <a:xfrm>
            <a:off x="457200" y="6567848"/>
            <a:ext cx="702115" cy="123111"/>
          </a:xfrm>
          <a:prstGeom prst="rect">
            <a:avLst/>
          </a:prstGeom>
          <a:noFill/>
        </p:spPr>
        <p:txBody>
          <a:bodyPr wrap="none" lIns="0" tIns="0" rIns="0" bIns="0" rtlCol="0" anchor="ctr" anchorCtr="0">
            <a:spAutoFit/>
          </a:bodyPr>
          <a:lstStyle/>
          <a:p>
            <a:pPr marL="0" indent="0" algn="l" defTabSz="914370" rtl="0" eaLnBrk="1" latinLnBrk="0" hangingPunct="1">
              <a:lnSpc>
                <a:spcPct val="100000"/>
              </a:lnSpc>
              <a:spcBef>
                <a:spcPct val="0"/>
              </a:spcBef>
              <a:spcAft>
                <a:spcPct val="0"/>
              </a:spcAft>
              <a:buFontTx/>
              <a:buNone/>
            </a:pPr>
            <a:r>
              <a:rPr lang="en-GB" sz="800" b="0" i="0" u="none" baseline="0">
                <a:solidFill>
                  <a:schemeClr val="tx1"/>
                </a:solidFill>
                <a:latin typeface="+mn-lt"/>
                <a:ea typeface="+mn-ea"/>
                <a:cs typeface="+mn-cs"/>
              </a:rPr>
              <a:t>© Oliver Wyman</a:t>
            </a:r>
            <a:endParaRPr lang="en-GB" sz="800" b="0" i="0" u="none" baseline="0" dirty="0">
              <a:solidFill>
                <a:schemeClr val="tx1"/>
              </a:solidFill>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7" r:id="rId4"/>
    <p:sldLayoutId id="2147483659" r:id="rId5"/>
    <p:sldLayoutId id="2147483689" r:id="rId6"/>
    <p:sldLayoutId id="2147483683" r:id="rId7"/>
    <p:sldLayoutId id="2147483651" r:id="rId8"/>
    <p:sldLayoutId id="2147483652" r:id="rId9"/>
    <p:sldLayoutId id="2147483660" r:id="rId10"/>
    <p:sldLayoutId id="2147483653" r:id="rId11"/>
    <p:sldLayoutId id="2147483658" r:id="rId12"/>
    <p:sldLayoutId id="2147483667" r:id="rId13"/>
    <p:sldLayoutId id="2147483668" r:id="rId14"/>
    <p:sldLayoutId id="2147483665" r:id="rId15"/>
    <p:sldLayoutId id="2147483666" r:id="rId16"/>
    <p:sldLayoutId id="2147483664" r:id="rId17"/>
    <p:sldLayoutId id="2147483686" r:id="rId18"/>
    <p:sldLayoutId id="2147483687" r:id="rId19"/>
    <p:sldLayoutId id="2147483661" r:id="rId20"/>
    <p:sldLayoutId id="2147483672" r:id="rId21"/>
    <p:sldLayoutId id="2147483682" r:id="rId22"/>
    <p:sldLayoutId id="2147483684" r:id="rId23"/>
    <p:sldLayoutId id="2147483670" r:id="rId24"/>
    <p:sldLayoutId id="2147483674" r:id="rId25"/>
    <p:sldLayoutId id="2147483675" r:id="rId26"/>
    <p:sldLayoutId id="2147483655" r:id="rId27"/>
    <p:sldLayoutId id="2147483656" r:id="rId28"/>
  </p:sldLayoutIdLst>
  <p:txStyles>
    <p:titleStyle>
      <a:lvl1pPr algn="l" defTabSz="914370" rtl="0" eaLnBrk="1" latinLnBrk="0" hangingPunct="1">
        <a:lnSpc>
          <a:spcPct val="90000"/>
        </a:lnSpc>
        <a:spcBef>
          <a:spcPct val="0"/>
        </a:spcBef>
        <a:buNone/>
        <a:defRPr sz="2600" b="1" kern="0" cap="all" baseline="0">
          <a:solidFill>
            <a:schemeClr val="tx1"/>
          </a:solidFill>
          <a:latin typeface="+mj-lt"/>
          <a:ea typeface="+mj-ea"/>
          <a:cs typeface="+mj-cs"/>
        </a:defRPr>
      </a:lvl1pPr>
    </p:titleStyle>
    <p:bodyStyle>
      <a:lvl1pPr marL="179994" indent="-179994" algn="l" defTabSz="914370" rtl="0" eaLnBrk="1" latinLnBrk="0" hangingPunct="1">
        <a:spcBef>
          <a:spcPts val="600"/>
        </a:spcBef>
        <a:buFont typeface="Arial" panose="020B0604020202020204" pitchFamily="34" charset="0"/>
        <a:buChar char="•"/>
        <a:defRPr sz="1400" kern="0">
          <a:solidFill>
            <a:schemeClr val="tx1"/>
          </a:solidFill>
          <a:latin typeface="+mn-lt"/>
          <a:ea typeface="+mn-ea"/>
          <a:cs typeface="+mn-cs"/>
        </a:defRPr>
      </a:lvl1pPr>
      <a:lvl2pPr marL="359988"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2pPr>
      <a:lvl3pPr marL="539982"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3pPr>
      <a:lvl4pPr marL="719977"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4pPr>
      <a:lvl5pPr marL="899971"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5pPr>
      <a:lvl6pPr marL="1079965"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6pPr>
      <a:lvl7pPr marL="1259959"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7pPr>
      <a:lvl8pPr marL="1439953"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8pPr>
      <a:lvl9pPr marL="1619947"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9pPr>
    </p:bodyStyle>
    <p:otherStyle>
      <a:defPPr/>
      <a:lvl1pPr marL="0" algn="l" defTabSz="914370" rtl="0" eaLnBrk="1" latinLnBrk="0" hangingPunct="1">
        <a:defRPr sz="1200" kern="0">
          <a:solidFill>
            <a:schemeClr val="tx1"/>
          </a:solidFill>
          <a:latin typeface="+mn-lt"/>
          <a:ea typeface="+mn-ea"/>
          <a:cs typeface="+mn-cs"/>
        </a:defRPr>
      </a:lvl1pPr>
      <a:lvl2pPr marL="179994" algn="l" defTabSz="914370" rtl="0" eaLnBrk="1" latinLnBrk="0" hangingPunct="1">
        <a:defRPr sz="1200" kern="0">
          <a:solidFill>
            <a:schemeClr val="tx1"/>
          </a:solidFill>
          <a:latin typeface="+mn-lt"/>
          <a:ea typeface="+mn-ea"/>
          <a:cs typeface="+mn-cs"/>
        </a:defRPr>
      </a:lvl2pPr>
      <a:lvl3pPr marL="359988" algn="l" defTabSz="914370" rtl="0" eaLnBrk="1" latinLnBrk="0" hangingPunct="1">
        <a:defRPr sz="1200" kern="0">
          <a:solidFill>
            <a:schemeClr val="tx1"/>
          </a:solidFill>
          <a:latin typeface="+mn-lt"/>
          <a:ea typeface="+mn-ea"/>
          <a:cs typeface="+mn-cs"/>
        </a:defRPr>
      </a:lvl3pPr>
      <a:lvl4pPr marL="539982" algn="l" defTabSz="914370" rtl="0" eaLnBrk="1" latinLnBrk="0" hangingPunct="1">
        <a:defRPr sz="1200" kern="0">
          <a:solidFill>
            <a:schemeClr val="tx1"/>
          </a:solidFill>
          <a:latin typeface="+mn-lt"/>
          <a:ea typeface="+mn-ea"/>
          <a:cs typeface="+mn-cs"/>
        </a:defRPr>
      </a:lvl4pPr>
      <a:lvl5pPr marL="719977" algn="l" defTabSz="914370" rtl="0" eaLnBrk="1" latinLnBrk="0" hangingPunct="1">
        <a:defRPr sz="1200" kern="0">
          <a:solidFill>
            <a:schemeClr val="tx1"/>
          </a:solidFill>
          <a:latin typeface="+mn-lt"/>
          <a:ea typeface="+mn-ea"/>
          <a:cs typeface="+mn-cs"/>
        </a:defRPr>
      </a:lvl5pPr>
      <a:lvl6pPr marL="899971" algn="l" defTabSz="914370" rtl="0" eaLnBrk="1" latinLnBrk="0" hangingPunct="1">
        <a:defRPr sz="1200" kern="0">
          <a:solidFill>
            <a:schemeClr val="tx1"/>
          </a:solidFill>
          <a:latin typeface="+mn-lt"/>
          <a:ea typeface="+mn-ea"/>
          <a:cs typeface="+mn-cs"/>
        </a:defRPr>
      </a:lvl6pPr>
      <a:lvl7pPr marL="1079965" algn="l" defTabSz="914370" rtl="0" eaLnBrk="1" latinLnBrk="0" hangingPunct="1">
        <a:defRPr sz="1200" kern="0">
          <a:solidFill>
            <a:schemeClr val="tx1"/>
          </a:solidFill>
          <a:latin typeface="+mn-lt"/>
          <a:ea typeface="+mn-ea"/>
          <a:cs typeface="+mn-cs"/>
        </a:defRPr>
      </a:lvl7pPr>
      <a:lvl8pPr marL="1259959" algn="l" defTabSz="914370" rtl="0" eaLnBrk="1" latinLnBrk="0" hangingPunct="1">
        <a:defRPr sz="1200" kern="0">
          <a:solidFill>
            <a:schemeClr val="tx1"/>
          </a:solidFill>
          <a:latin typeface="+mn-lt"/>
          <a:ea typeface="+mn-ea"/>
          <a:cs typeface="+mn-cs"/>
        </a:defRPr>
      </a:lvl8pPr>
      <a:lvl9pPr marL="1439953" algn="l" defTabSz="914370" rtl="0" eaLnBrk="1" latinLnBrk="0" hangingPunct="1">
        <a:defRPr sz="1200" kern="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userDrawn="1">
          <p15:clr>
            <a:srgbClr val="F26B43"/>
          </p15:clr>
        </p15:guide>
        <p15:guide id="3" pos="288" userDrawn="1">
          <p15:clr>
            <a:srgbClr val="F26B43"/>
          </p15:clr>
        </p15:guide>
        <p15:guide id="4" pos="7392" userDrawn="1">
          <p15:clr>
            <a:srgbClr val="F26B43"/>
          </p15:clr>
        </p15:guide>
        <p15:guide id="6"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1.xml"/><Relationship Id="rId7" Type="http://schemas.openxmlformats.org/officeDocument/2006/relationships/image" Target="../media/image8.png"/><Relationship Id="rId2" Type="http://schemas.openxmlformats.org/officeDocument/2006/relationships/slideLayout" Target="../slideLayouts/slideLayout13.xml"/><Relationship Id="rId1" Type="http://schemas.openxmlformats.org/officeDocument/2006/relationships/tags" Target="../tags/tag3.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2.bin"/><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1.xml"/><Relationship Id="rId1" Type="http://schemas.openxmlformats.org/officeDocument/2006/relationships/tags" Target="../tags/tag4.xml"/><Relationship Id="rId5" Type="http://schemas.openxmlformats.org/officeDocument/2006/relationships/image" Target="../media/image11.emf"/><Relationship Id="rId4"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5.xml"/><Relationship Id="rId5" Type="http://schemas.openxmlformats.org/officeDocument/2006/relationships/image" Target="../media/image11.emf"/><Relationship Id="rId4"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6.xml"/><Relationship Id="rId6" Type="http://schemas.openxmlformats.org/officeDocument/2006/relationships/image" Target="../media/image12.png"/><Relationship Id="rId5" Type="http://schemas.openxmlformats.org/officeDocument/2006/relationships/image" Target="../media/image11.emf"/><Relationship Id="rId4"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14.png"/><Relationship Id="rId2" Type="http://schemas.openxmlformats.org/officeDocument/2006/relationships/slideLayout" Target="../slideLayouts/slideLayout11.xml"/><Relationship Id="rId1" Type="http://schemas.openxmlformats.org/officeDocument/2006/relationships/tags" Target="../tags/tag7.xml"/><Relationship Id="rId6" Type="http://schemas.openxmlformats.org/officeDocument/2006/relationships/image" Target="../media/image13.png"/><Relationship Id="rId5" Type="http://schemas.openxmlformats.org/officeDocument/2006/relationships/image" Target="../media/image11.emf"/><Relationship Id="rId4"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11.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1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2AC0F7-4D5C-4D1A-D676-A9D3C19507E3}"/>
              </a:ext>
            </a:extLst>
          </p:cNvPr>
          <p:cNvSpPr>
            <a:spLocks noGrp="1"/>
          </p:cNvSpPr>
          <p:nvPr>
            <p:ph type="body" sz="quarter" idx="12"/>
          </p:nvPr>
        </p:nvSpPr>
        <p:spPr>
          <a:xfrm>
            <a:off x="457200" y="3228945"/>
            <a:ext cx="8348472" cy="1354217"/>
          </a:xfrm>
        </p:spPr>
        <p:txBody>
          <a:bodyPr/>
          <a:lstStyle/>
          <a:p>
            <a:r>
              <a:rPr lang="en-US" sz="8800" dirty="0"/>
              <a:t>General context</a:t>
            </a:r>
          </a:p>
        </p:txBody>
      </p:sp>
    </p:spTree>
    <p:extLst>
      <p:ext uri="{BB962C8B-B14F-4D97-AF65-F5344CB8AC3E}">
        <p14:creationId xmlns:p14="http://schemas.microsoft.com/office/powerpoint/2010/main" val="777744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72212E-8766-C819-0EC0-928ECD771FA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6" imgH="426" progId="TCLayout.ActiveDocument.1">
                  <p:embed/>
                </p:oleObj>
              </mc:Choice>
              <mc:Fallback>
                <p:oleObj name="think-cell Slide" r:id="rId4" imgW="426" imgH="426" progId="TCLayout.ActiveDocument.1">
                  <p:embed/>
                  <p:pic>
                    <p:nvPicPr>
                      <p:cNvPr id="8" name="think-cell data - do not delete" hidden="1">
                        <a:extLst>
                          <a:ext uri="{FF2B5EF4-FFF2-40B4-BE49-F238E27FC236}">
                            <a16:creationId xmlns:a16="http://schemas.microsoft.com/office/drawing/2014/main" id="{FA72212E-8766-C819-0EC0-928ECD771FA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064FCBB-1BA0-D9A8-1AE0-5C181D6623FF}"/>
              </a:ext>
            </a:extLst>
          </p:cNvPr>
          <p:cNvSpPr>
            <a:spLocks noGrp="1"/>
          </p:cNvSpPr>
          <p:nvPr>
            <p:ph type="title"/>
          </p:nvPr>
        </p:nvSpPr>
        <p:spPr/>
        <p:txBody>
          <a:bodyPr vert="horz"/>
          <a:lstStyle/>
          <a:p>
            <a:r>
              <a:rPr lang="en-GB" sz="2800"/>
              <a:t>Overall vision &amp; objectives</a:t>
            </a:r>
            <a:br>
              <a:rPr lang="en-GB">
                <a:solidFill>
                  <a:schemeClr val="accent2"/>
                </a:solidFill>
              </a:rPr>
            </a:br>
            <a:r>
              <a:rPr lang="en-GB" sz="1600" b="0" cap="none">
                <a:latin typeface="+mn-lt"/>
              </a:rPr>
              <a:t>Custom, easy-to-use pricing tool supports a structured quoting process</a:t>
            </a:r>
          </a:p>
        </p:txBody>
      </p:sp>
      <p:sp>
        <p:nvSpPr>
          <p:cNvPr id="3" name="Text Placeholder 2">
            <a:extLst>
              <a:ext uri="{FF2B5EF4-FFF2-40B4-BE49-F238E27FC236}">
                <a16:creationId xmlns:a16="http://schemas.microsoft.com/office/drawing/2014/main" id="{FEBC8498-CDDB-15E1-0117-0D67A68FB3F0}"/>
              </a:ext>
            </a:extLst>
          </p:cNvPr>
          <p:cNvSpPr>
            <a:spLocks noGrp="1"/>
          </p:cNvSpPr>
          <p:nvPr>
            <p:ph type="body" idx="10"/>
          </p:nvPr>
        </p:nvSpPr>
        <p:spPr>
          <a:xfrm>
            <a:off x="457200" y="1399032"/>
            <a:ext cx="3454400" cy="429768"/>
          </a:xfrm>
        </p:spPr>
        <p:txBody>
          <a:bodyPr/>
          <a:lstStyle/>
          <a:p>
            <a:r>
              <a:rPr lang="en-GB"/>
              <a:t>Requirements for a pricing tool at DuBois </a:t>
            </a:r>
            <a:endParaRPr lang="en-GB" i="1"/>
          </a:p>
          <a:p>
            <a:r>
              <a:rPr lang="en-GB" b="0" i="1"/>
              <a:t>Based on input from commercial team</a:t>
            </a:r>
          </a:p>
        </p:txBody>
      </p:sp>
      <p:sp>
        <p:nvSpPr>
          <p:cNvPr id="4" name="Content Placeholder 3">
            <a:extLst>
              <a:ext uri="{FF2B5EF4-FFF2-40B4-BE49-F238E27FC236}">
                <a16:creationId xmlns:a16="http://schemas.microsoft.com/office/drawing/2014/main" id="{B7BFFD24-9AC2-5F11-84A9-5E5B5BE1B4C9}"/>
              </a:ext>
            </a:extLst>
          </p:cNvPr>
          <p:cNvSpPr>
            <a:spLocks noGrp="1"/>
          </p:cNvSpPr>
          <p:nvPr>
            <p:ph sz="half" idx="11"/>
          </p:nvPr>
        </p:nvSpPr>
        <p:spPr>
          <a:xfrm>
            <a:off x="476249" y="1978914"/>
            <a:ext cx="3633245" cy="4517136"/>
          </a:xfrm>
        </p:spPr>
        <p:txBody>
          <a:bodyPr/>
          <a:lstStyle/>
          <a:p>
            <a:pPr marL="282575" indent="-282575">
              <a:spcAft>
                <a:spcPts val="400"/>
              </a:spcAft>
              <a:buFont typeface="Wingdings" panose="05000000000000000000" pitchFamily="2" charset="2"/>
              <a:buChar char="ü"/>
            </a:pPr>
            <a:r>
              <a:rPr lang="en-GB" sz="1600"/>
              <a:t>Easy for user to navigate, input requirements, and create a quote</a:t>
            </a:r>
          </a:p>
          <a:p>
            <a:pPr marL="282575" indent="-282575">
              <a:spcAft>
                <a:spcPts val="400"/>
              </a:spcAft>
              <a:buFont typeface="Wingdings" panose="05000000000000000000" pitchFamily="2" charset="2"/>
              <a:buChar char="ü"/>
            </a:pPr>
            <a:r>
              <a:rPr lang="en-GB" sz="1600"/>
              <a:t>Anchors rep. on book and target pricing vs. material margins </a:t>
            </a:r>
          </a:p>
          <a:p>
            <a:pPr marL="282575" indent="-282575">
              <a:spcAft>
                <a:spcPts val="400"/>
              </a:spcAft>
              <a:buFont typeface="Wingdings" panose="05000000000000000000" pitchFamily="2" charset="2"/>
              <a:buChar char="ü"/>
            </a:pPr>
            <a:r>
              <a:rPr lang="en-GB" sz="1600"/>
              <a:t>Outlines expected commissions</a:t>
            </a:r>
          </a:p>
          <a:p>
            <a:pPr marL="282575" indent="-282575">
              <a:spcAft>
                <a:spcPts val="400"/>
              </a:spcAft>
              <a:buFont typeface="Wingdings" panose="05000000000000000000" pitchFamily="2" charset="2"/>
              <a:buChar char="ü"/>
            </a:pPr>
            <a:r>
              <a:rPr lang="en-GB" sz="1600"/>
              <a:t>Enables guardrails to control variability</a:t>
            </a:r>
          </a:p>
          <a:p>
            <a:pPr marL="282575" indent="-282575">
              <a:spcAft>
                <a:spcPts val="400"/>
              </a:spcAft>
              <a:buFont typeface="Wingdings" panose="05000000000000000000" pitchFamily="2" charset="2"/>
              <a:buChar char="ü"/>
            </a:pPr>
            <a:r>
              <a:rPr lang="en-GB" sz="1600"/>
              <a:t>Provides deal scoring</a:t>
            </a:r>
          </a:p>
          <a:p>
            <a:pPr marL="282575" indent="-282575">
              <a:spcAft>
                <a:spcPts val="400"/>
              </a:spcAft>
              <a:buFont typeface="Wingdings" panose="05000000000000000000" pitchFamily="2" charset="2"/>
              <a:buChar char="ü"/>
            </a:pPr>
            <a:r>
              <a:rPr lang="en-GB" sz="1600"/>
              <a:t>Tracks and provides data analytics on quote performances</a:t>
            </a:r>
          </a:p>
          <a:p>
            <a:pPr marL="282575" indent="-282575">
              <a:spcAft>
                <a:spcPts val="400"/>
              </a:spcAft>
              <a:buFont typeface="Wingdings" panose="05000000000000000000" pitchFamily="2" charset="2"/>
              <a:buChar char="ü"/>
            </a:pPr>
            <a:r>
              <a:rPr lang="en-GB" sz="1600"/>
              <a:t>Available on both mobile and PC (as screen in dynamics)</a:t>
            </a:r>
          </a:p>
          <a:p>
            <a:pPr marL="282575" indent="-282575">
              <a:spcAft>
                <a:spcPts val="400"/>
              </a:spcAft>
              <a:buFont typeface="Wingdings" panose="05000000000000000000" pitchFamily="2" charset="2"/>
              <a:buChar char="ü"/>
            </a:pPr>
            <a:r>
              <a:rPr lang="en-GB" sz="1600"/>
              <a:t>Integrates well with current data and systems environment</a:t>
            </a:r>
            <a:endParaRPr lang="en-GB" sz="1200"/>
          </a:p>
        </p:txBody>
      </p:sp>
      <p:sp>
        <p:nvSpPr>
          <p:cNvPr id="5" name="Text Placeholder 4">
            <a:extLst>
              <a:ext uri="{FF2B5EF4-FFF2-40B4-BE49-F238E27FC236}">
                <a16:creationId xmlns:a16="http://schemas.microsoft.com/office/drawing/2014/main" id="{E1AE0142-23FA-5301-3A91-A28147DA5030}"/>
              </a:ext>
            </a:extLst>
          </p:cNvPr>
          <p:cNvSpPr>
            <a:spLocks noGrp="1"/>
          </p:cNvSpPr>
          <p:nvPr>
            <p:ph type="body" sz="quarter" idx="13"/>
          </p:nvPr>
        </p:nvSpPr>
        <p:spPr/>
        <p:txBody>
          <a:bodyPr/>
          <a:lstStyle/>
          <a:p>
            <a:r>
              <a:rPr lang="en-GB"/>
              <a:t>Illustrative pricing tool for DuBois</a:t>
            </a:r>
          </a:p>
          <a:p>
            <a:r>
              <a:rPr lang="en-GB" b="0" i="1"/>
              <a:t>Based on Oliver Wyman PriceAdvisor for chemical industry clients </a:t>
            </a:r>
          </a:p>
        </p:txBody>
      </p:sp>
      <p:pic>
        <p:nvPicPr>
          <p:cNvPr id="9" name="Picture 8">
            <a:extLst>
              <a:ext uri="{FF2B5EF4-FFF2-40B4-BE49-F238E27FC236}">
                <a16:creationId xmlns:a16="http://schemas.microsoft.com/office/drawing/2014/main" id="{4EB446ED-673E-53BC-49D5-A74BD594F5C3}"/>
              </a:ext>
            </a:extLst>
          </p:cNvPr>
          <p:cNvPicPr>
            <a:picLocks noChangeAspect="1"/>
          </p:cNvPicPr>
          <p:nvPr/>
        </p:nvPicPr>
        <p:blipFill>
          <a:blip r:embed="rId6"/>
          <a:stretch>
            <a:fillRect/>
          </a:stretch>
        </p:blipFill>
        <p:spPr>
          <a:xfrm>
            <a:off x="10076182" y="1954962"/>
            <a:ext cx="1586727" cy="1144933"/>
          </a:xfrm>
          <a:prstGeom prst="roundRect">
            <a:avLst>
              <a:gd name="adj" fmla="val 5091"/>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5" name="Picture 24">
            <a:extLst>
              <a:ext uri="{FF2B5EF4-FFF2-40B4-BE49-F238E27FC236}">
                <a16:creationId xmlns:a16="http://schemas.microsoft.com/office/drawing/2014/main" id="{77668FD3-BF84-3277-E53D-A2FA620A01E4}"/>
              </a:ext>
            </a:extLst>
          </p:cNvPr>
          <p:cNvPicPr>
            <a:picLocks noChangeAspect="1"/>
          </p:cNvPicPr>
          <p:nvPr/>
        </p:nvPicPr>
        <p:blipFill>
          <a:blip r:embed="rId7"/>
          <a:stretch>
            <a:fillRect/>
          </a:stretch>
        </p:blipFill>
        <p:spPr>
          <a:xfrm>
            <a:off x="4211767" y="1991392"/>
            <a:ext cx="3465324" cy="2217004"/>
          </a:xfrm>
          <a:prstGeom prst="rect">
            <a:avLst/>
          </a:prstGeom>
          <a:ln>
            <a:solidFill>
              <a:schemeClr val="tx1">
                <a:lumMod val="95000"/>
                <a:lumOff val="5000"/>
              </a:schemeClr>
            </a:solidFill>
          </a:ln>
        </p:spPr>
      </p:pic>
      <p:pic>
        <p:nvPicPr>
          <p:cNvPr id="10" name="Picture 9">
            <a:extLst>
              <a:ext uri="{FF2B5EF4-FFF2-40B4-BE49-F238E27FC236}">
                <a16:creationId xmlns:a16="http://schemas.microsoft.com/office/drawing/2014/main" id="{0AD27E99-2580-DCFB-840E-CF39D8AECF13}"/>
              </a:ext>
            </a:extLst>
          </p:cNvPr>
          <p:cNvPicPr>
            <a:picLocks noChangeAspect="1"/>
          </p:cNvPicPr>
          <p:nvPr/>
        </p:nvPicPr>
        <p:blipFill rotWithShape="1">
          <a:blip r:embed="rId8"/>
          <a:srcRect r="1141" b="6416"/>
          <a:stretch/>
        </p:blipFill>
        <p:spPr>
          <a:xfrm>
            <a:off x="6366573" y="2777237"/>
            <a:ext cx="3331182" cy="2221992"/>
          </a:xfrm>
          <a:prstGeom prst="rect">
            <a:avLst/>
          </a:prstGeom>
          <a:ln>
            <a:solidFill>
              <a:schemeClr val="tx1"/>
            </a:solidFill>
          </a:ln>
          <a:effectLst>
            <a:outerShdw blurRad="50800" dist="38100" dir="2700000" algn="tl" rotWithShape="0">
              <a:prstClr val="black">
                <a:alpha val="40000"/>
              </a:prstClr>
            </a:outerShdw>
          </a:effectLst>
        </p:spPr>
      </p:pic>
      <p:pic>
        <p:nvPicPr>
          <p:cNvPr id="23" name="Picture 22">
            <a:extLst>
              <a:ext uri="{FF2B5EF4-FFF2-40B4-BE49-F238E27FC236}">
                <a16:creationId xmlns:a16="http://schemas.microsoft.com/office/drawing/2014/main" id="{91B2848C-543E-B790-4349-0EB33B93C714}"/>
              </a:ext>
            </a:extLst>
          </p:cNvPr>
          <p:cNvPicPr>
            <a:picLocks noChangeAspect="1"/>
          </p:cNvPicPr>
          <p:nvPr/>
        </p:nvPicPr>
        <p:blipFill rotWithShape="1">
          <a:blip r:embed="rId9"/>
          <a:srcRect l="317" r="458" b="606"/>
          <a:stretch/>
        </p:blipFill>
        <p:spPr>
          <a:xfrm>
            <a:off x="8387237" y="3719372"/>
            <a:ext cx="3335589" cy="2221992"/>
          </a:xfrm>
          <a:prstGeom prst="rect">
            <a:avLst/>
          </a:prstGeom>
          <a:ln>
            <a:solidFill>
              <a:schemeClr val="tx1">
                <a:lumMod val="95000"/>
                <a:lumOff val="5000"/>
              </a:schemeClr>
            </a:solidFill>
          </a:ln>
        </p:spPr>
      </p:pic>
      <p:sp>
        <p:nvSpPr>
          <p:cNvPr id="27" name="Content Placeholder 15">
            <a:extLst>
              <a:ext uri="{FF2B5EF4-FFF2-40B4-BE49-F238E27FC236}">
                <a16:creationId xmlns:a16="http://schemas.microsoft.com/office/drawing/2014/main" id="{B120BFCD-1C95-3FFC-BA84-CA4C264388B4}"/>
              </a:ext>
            </a:extLst>
          </p:cNvPr>
          <p:cNvSpPr txBox="1">
            <a:spLocks/>
          </p:cNvSpPr>
          <p:nvPr/>
        </p:nvSpPr>
        <p:spPr>
          <a:xfrm>
            <a:off x="7378409" y="2074542"/>
            <a:ext cx="2298328" cy="461665"/>
          </a:xfrm>
          <a:prstGeom prst="wedgeRectCallout">
            <a:avLst>
              <a:gd name="adj1" fmla="val -70789"/>
              <a:gd name="adj2" fmla="val -13381"/>
            </a:avLst>
          </a:prstGeom>
          <a:solidFill>
            <a:schemeClr val="bg1"/>
          </a:solidFill>
          <a:ln>
            <a:solidFill>
              <a:schemeClr val="accent1"/>
            </a:solidFill>
          </a:ln>
        </p:spPr>
        <p:txBody>
          <a:bodyPr wrap="square" lIns="91440" tIns="45720" rIns="91440" bIns="45720">
            <a:spAutoFit/>
          </a:bodyPr>
          <a:lstStyle>
            <a:lvl1pPr marL="180000" indent="-180000" algn="l" defTabSz="914400" rtl="0" eaLnBrk="1" latinLnBrk="0" hangingPunct="1">
              <a:spcBef>
                <a:spcPts val="600"/>
              </a:spcBef>
              <a:buFont typeface="Arial" panose="020B0604020202020204" pitchFamily="34" charset="0"/>
              <a:buChar char="•"/>
              <a:defRPr sz="1400" kern="0">
                <a:solidFill>
                  <a:schemeClr val="tx1"/>
                </a:solidFill>
                <a:latin typeface="+mn-lt"/>
                <a:ea typeface="+mn-ea"/>
                <a:cs typeface="+mn-cs"/>
              </a:defRPr>
            </a:lvl1pPr>
            <a:lvl2pPr marL="36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2pPr>
            <a:lvl3pPr marL="54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3pPr>
            <a:lvl4pPr marL="72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4pPr>
            <a:lvl5pPr marL="90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5pPr>
            <a:lvl6pPr marL="108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6pPr>
            <a:lvl7pPr marL="126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7pPr>
            <a:lvl8pPr marL="144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8pPr>
            <a:lvl9pPr marL="162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GB" sz="1200" b="0" i="0" u="none" strike="noStrike" kern="0" cap="none" spc="0" normalizeH="0" baseline="0" noProof="0">
                <a:ln>
                  <a:noFill/>
                </a:ln>
                <a:solidFill>
                  <a:srgbClr val="000000"/>
                </a:solidFill>
                <a:effectLst/>
                <a:uLnTx/>
                <a:uFillTx/>
                <a:latin typeface="Calibri"/>
                <a:ea typeface="+mn-ea"/>
                <a:cs typeface="+mn-cs"/>
              </a:rPr>
              <a:t>Shows </a:t>
            </a:r>
            <a:r>
              <a:rPr kumimoji="0" lang="en-GB" sz="1200" b="1" i="0" u="none" strike="noStrike" kern="0" cap="none" spc="0" normalizeH="0" baseline="0" noProof="0">
                <a:ln>
                  <a:noFill/>
                </a:ln>
                <a:solidFill>
                  <a:srgbClr val="000000"/>
                </a:solidFill>
                <a:effectLst/>
                <a:uLnTx/>
                <a:uFillTx/>
                <a:latin typeface="Calibri"/>
                <a:ea typeface="+mn-ea"/>
                <a:cs typeface="+mn-cs"/>
              </a:rPr>
              <a:t>the customers situation and price performance </a:t>
            </a:r>
            <a:endParaRPr kumimoji="0" lang="en-GB" sz="1200" b="0" i="0" u="none" strike="noStrike" kern="0" cap="none" spc="0" normalizeH="0" baseline="0" noProof="0">
              <a:ln>
                <a:noFill/>
              </a:ln>
              <a:solidFill>
                <a:srgbClr val="000000"/>
              </a:solidFill>
              <a:effectLst/>
              <a:uLnTx/>
              <a:uFillTx/>
              <a:latin typeface="Calibri"/>
              <a:ea typeface="+mn-ea"/>
              <a:cs typeface="+mn-cs"/>
            </a:endParaRPr>
          </a:p>
        </p:txBody>
      </p:sp>
      <p:sp>
        <p:nvSpPr>
          <p:cNvPr id="22" name="Content Placeholder 15">
            <a:extLst>
              <a:ext uri="{FF2B5EF4-FFF2-40B4-BE49-F238E27FC236}">
                <a16:creationId xmlns:a16="http://schemas.microsoft.com/office/drawing/2014/main" id="{FDE6DB0C-112E-77D3-B42E-C6D5499351A8}"/>
              </a:ext>
            </a:extLst>
          </p:cNvPr>
          <p:cNvSpPr txBox="1">
            <a:spLocks/>
          </p:cNvSpPr>
          <p:nvPr/>
        </p:nvSpPr>
        <p:spPr>
          <a:xfrm>
            <a:off x="4489890" y="4696953"/>
            <a:ext cx="2079083" cy="646331"/>
          </a:xfrm>
          <a:prstGeom prst="wedgeRectCallout">
            <a:avLst>
              <a:gd name="adj1" fmla="val 41674"/>
              <a:gd name="adj2" fmla="val -79514"/>
            </a:avLst>
          </a:prstGeom>
          <a:solidFill>
            <a:schemeClr val="bg1"/>
          </a:solidFill>
          <a:ln>
            <a:solidFill>
              <a:schemeClr val="accent1"/>
            </a:solidFill>
          </a:ln>
        </p:spPr>
        <p:txBody>
          <a:bodyPr wrap="square" lIns="91440" tIns="45720" rIns="91440" bIns="45720">
            <a:spAutoFit/>
          </a:bodyPr>
          <a:lstStyle>
            <a:lvl1pPr marL="180000" indent="-180000" algn="l" defTabSz="914400" rtl="0" eaLnBrk="1" latinLnBrk="0" hangingPunct="1">
              <a:spcBef>
                <a:spcPts val="600"/>
              </a:spcBef>
              <a:buFont typeface="Arial" panose="020B0604020202020204" pitchFamily="34" charset="0"/>
              <a:buChar char="•"/>
              <a:defRPr sz="1400" kern="0">
                <a:solidFill>
                  <a:schemeClr val="tx1"/>
                </a:solidFill>
                <a:latin typeface="+mn-lt"/>
                <a:ea typeface="+mn-ea"/>
                <a:cs typeface="+mn-cs"/>
              </a:defRPr>
            </a:lvl1pPr>
            <a:lvl2pPr marL="36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2pPr>
            <a:lvl3pPr marL="54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3pPr>
            <a:lvl4pPr marL="72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4pPr>
            <a:lvl5pPr marL="90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5pPr>
            <a:lvl6pPr marL="108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6pPr>
            <a:lvl7pPr marL="126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7pPr>
            <a:lvl8pPr marL="144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8pPr>
            <a:lvl9pPr marL="162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GB" sz="1200" b="0" i="0" u="none" strike="noStrike" kern="0" cap="none" spc="0" normalizeH="0" baseline="0" noProof="0">
                <a:ln>
                  <a:noFill/>
                </a:ln>
                <a:solidFill>
                  <a:srgbClr val="000000"/>
                </a:solidFill>
                <a:effectLst/>
                <a:uLnTx/>
                <a:uFillTx/>
                <a:latin typeface="Calibri"/>
                <a:ea typeface="+mn-ea"/>
                <a:cs typeface="+mn-cs"/>
              </a:rPr>
              <a:t>Provides </a:t>
            </a:r>
            <a:r>
              <a:rPr kumimoji="0" lang="en-GB" sz="1200" b="1" i="0" u="none" strike="noStrike" kern="0" cap="none" spc="0" normalizeH="0" baseline="0" noProof="0">
                <a:ln>
                  <a:noFill/>
                </a:ln>
                <a:solidFill>
                  <a:srgbClr val="000000"/>
                </a:solidFill>
                <a:effectLst/>
                <a:uLnTx/>
                <a:uFillTx/>
                <a:latin typeface="Calibri"/>
                <a:ea typeface="+mn-ea"/>
                <a:cs typeface="+mn-cs"/>
              </a:rPr>
              <a:t>deal-specific guidance </a:t>
            </a:r>
            <a:r>
              <a:rPr kumimoji="0" lang="en-GB" sz="1200" b="0" i="0" u="none" strike="noStrike" kern="0" cap="none" spc="0" normalizeH="0" baseline="0" noProof="0">
                <a:ln>
                  <a:noFill/>
                </a:ln>
                <a:solidFill>
                  <a:srgbClr val="000000"/>
                </a:solidFill>
                <a:effectLst/>
                <a:uLnTx/>
                <a:uFillTx/>
                <a:latin typeface="Calibri"/>
                <a:ea typeface="+mn-ea"/>
                <a:cs typeface="+mn-cs"/>
              </a:rPr>
              <a:t>to increase margins and motivate value-selling</a:t>
            </a:r>
            <a:endParaRPr kumimoji="0" lang="en-GB" sz="1200" b="1" i="0" u="none" strike="noStrike" kern="0" cap="none" spc="0" normalizeH="0" baseline="0" noProof="0">
              <a:ln>
                <a:noFill/>
              </a:ln>
              <a:solidFill>
                <a:srgbClr val="000000"/>
              </a:solidFill>
              <a:effectLst/>
              <a:uLnTx/>
              <a:uFillTx/>
              <a:latin typeface="Calibri"/>
              <a:ea typeface="+mn-ea"/>
              <a:cs typeface="+mn-cs"/>
            </a:endParaRPr>
          </a:p>
        </p:txBody>
      </p:sp>
      <p:sp>
        <p:nvSpPr>
          <p:cNvPr id="24" name="Content Placeholder 15">
            <a:extLst>
              <a:ext uri="{FF2B5EF4-FFF2-40B4-BE49-F238E27FC236}">
                <a16:creationId xmlns:a16="http://schemas.microsoft.com/office/drawing/2014/main" id="{97964B2D-96BD-F155-787E-9DA35AFD1F73}"/>
              </a:ext>
            </a:extLst>
          </p:cNvPr>
          <p:cNvSpPr txBox="1">
            <a:spLocks/>
          </p:cNvSpPr>
          <p:nvPr/>
        </p:nvSpPr>
        <p:spPr>
          <a:xfrm>
            <a:off x="6289541" y="5479699"/>
            <a:ext cx="2258051" cy="461665"/>
          </a:xfrm>
          <a:prstGeom prst="wedgeRectCallout">
            <a:avLst>
              <a:gd name="adj1" fmla="val 59519"/>
              <a:gd name="adj2" fmla="val -42670"/>
            </a:avLst>
          </a:prstGeom>
          <a:solidFill>
            <a:schemeClr val="bg1"/>
          </a:solidFill>
          <a:ln>
            <a:solidFill>
              <a:schemeClr val="accent1"/>
            </a:solidFill>
          </a:ln>
        </p:spPr>
        <p:txBody>
          <a:bodyPr wrap="square" lIns="91440" tIns="45720" rIns="91440" bIns="45720">
            <a:spAutoFit/>
          </a:bodyPr>
          <a:lstStyle>
            <a:lvl1pPr marL="180000" indent="-180000" algn="l" defTabSz="914400" rtl="0" eaLnBrk="1" latinLnBrk="0" hangingPunct="1">
              <a:spcBef>
                <a:spcPts val="600"/>
              </a:spcBef>
              <a:buFont typeface="Arial" panose="020B0604020202020204" pitchFamily="34" charset="0"/>
              <a:buChar char="•"/>
              <a:defRPr sz="1400" kern="0">
                <a:solidFill>
                  <a:schemeClr val="tx1"/>
                </a:solidFill>
                <a:latin typeface="+mn-lt"/>
                <a:ea typeface="+mn-ea"/>
                <a:cs typeface="+mn-cs"/>
              </a:defRPr>
            </a:lvl1pPr>
            <a:lvl2pPr marL="36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2pPr>
            <a:lvl3pPr marL="54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3pPr>
            <a:lvl4pPr marL="72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4pPr>
            <a:lvl5pPr marL="90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5pPr>
            <a:lvl6pPr marL="108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6pPr>
            <a:lvl7pPr marL="126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7pPr>
            <a:lvl8pPr marL="144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8pPr>
            <a:lvl9pPr marL="162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GB" sz="1200" b="1" i="0" u="none" strike="noStrike" kern="0" cap="none" spc="0" normalizeH="0" baseline="0" noProof="0">
                <a:ln>
                  <a:noFill/>
                </a:ln>
                <a:solidFill>
                  <a:srgbClr val="000000"/>
                </a:solidFill>
                <a:effectLst/>
                <a:uLnTx/>
                <a:uFillTx/>
                <a:latin typeface="Calibri"/>
                <a:ea typeface="+mn-ea"/>
                <a:cs typeface="+mn-cs"/>
              </a:rPr>
              <a:t>Scores the offer </a:t>
            </a:r>
            <a:r>
              <a:rPr kumimoji="0" lang="en-GB" sz="1200" b="0" i="0" u="none" strike="noStrike" kern="0" cap="none" spc="0" normalizeH="0" baseline="0" noProof="0">
                <a:ln>
                  <a:noFill/>
                </a:ln>
                <a:solidFill>
                  <a:srgbClr val="000000"/>
                </a:solidFill>
                <a:effectLst/>
                <a:uLnTx/>
                <a:uFillTx/>
                <a:latin typeface="Calibri"/>
                <a:ea typeface="+mn-ea"/>
                <a:cs typeface="+mn-cs"/>
              </a:rPr>
              <a:t>and benchmarks it against historical deals</a:t>
            </a:r>
            <a:endParaRPr kumimoji="0" lang="en-GB" sz="1200" b="1" i="0" u="none" strike="noStrike" kern="0" cap="none" spc="0" normalizeH="0" baseline="0" noProof="0">
              <a:ln>
                <a:noFill/>
              </a:ln>
              <a:solidFill>
                <a:srgbClr val="000000"/>
              </a:solidFill>
              <a:effectLst/>
              <a:uLnTx/>
              <a:uFillTx/>
              <a:latin typeface="Calibri"/>
              <a:ea typeface="+mn-ea"/>
              <a:cs typeface="+mn-cs"/>
            </a:endParaRPr>
          </a:p>
        </p:txBody>
      </p:sp>
      <p:sp>
        <p:nvSpPr>
          <p:cNvPr id="21" name="Content Placeholder 15">
            <a:extLst>
              <a:ext uri="{FF2B5EF4-FFF2-40B4-BE49-F238E27FC236}">
                <a16:creationId xmlns:a16="http://schemas.microsoft.com/office/drawing/2014/main" id="{23A31645-2086-D146-E57A-A9D33979427F}"/>
              </a:ext>
            </a:extLst>
          </p:cNvPr>
          <p:cNvSpPr txBox="1">
            <a:spLocks/>
          </p:cNvSpPr>
          <p:nvPr/>
        </p:nvSpPr>
        <p:spPr>
          <a:xfrm>
            <a:off x="8099506" y="2869062"/>
            <a:ext cx="2138638" cy="461665"/>
          </a:xfrm>
          <a:prstGeom prst="wedgeRectCallout">
            <a:avLst>
              <a:gd name="adj1" fmla="val 67580"/>
              <a:gd name="adj2" fmla="val -40492"/>
            </a:avLst>
          </a:prstGeom>
          <a:solidFill>
            <a:schemeClr val="bg1"/>
          </a:solidFill>
          <a:ln>
            <a:solidFill>
              <a:schemeClr val="accent1"/>
            </a:solidFill>
          </a:ln>
        </p:spPr>
        <p:txBody>
          <a:bodyPr lIns="91440" tIns="45720" rIns="91440" bIns="45720">
            <a:spAutoFit/>
          </a:bodyPr>
          <a:lstStyle>
            <a:lvl1pPr marL="180000" indent="-180000" algn="l" defTabSz="914400" rtl="0" eaLnBrk="1" latinLnBrk="0" hangingPunct="1">
              <a:spcBef>
                <a:spcPts val="600"/>
              </a:spcBef>
              <a:buFont typeface="Arial" panose="020B0604020202020204" pitchFamily="34" charset="0"/>
              <a:buChar char="•"/>
              <a:defRPr sz="1400" kern="0">
                <a:solidFill>
                  <a:schemeClr val="tx1"/>
                </a:solidFill>
                <a:latin typeface="+mn-lt"/>
                <a:ea typeface="+mn-ea"/>
                <a:cs typeface="+mn-cs"/>
              </a:defRPr>
            </a:lvl1pPr>
            <a:lvl2pPr marL="36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2pPr>
            <a:lvl3pPr marL="54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3pPr>
            <a:lvl4pPr marL="72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4pPr>
            <a:lvl5pPr marL="90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5pPr>
            <a:lvl6pPr marL="108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6pPr>
            <a:lvl7pPr marL="126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7pPr>
            <a:lvl8pPr marL="144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8pPr>
            <a:lvl9pPr marL="162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GB" sz="1200" b="1" i="0" u="none" strike="noStrike" kern="0" cap="none" spc="0" normalizeH="0" baseline="0" noProof="0">
                <a:ln>
                  <a:noFill/>
                </a:ln>
                <a:solidFill>
                  <a:srgbClr val="000000"/>
                </a:solidFill>
                <a:effectLst/>
                <a:uLnTx/>
                <a:uFillTx/>
                <a:latin typeface="Calibri"/>
                <a:ea typeface="+mn-ea"/>
                <a:cs typeface="+mn-cs"/>
              </a:rPr>
              <a:t>Mobile-friendly</a:t>
            </a:r>
            <a:r>
              <a:rPr kumimoji="0" lang="en-GB" sz="1200" b="0" i="0" u="none" strike="noStrike" kern="0" cap="none" spc="0" normalizeH="0" baseline="0" noProof="0">
                <a:ln>
                  <a:noFill/>
                </a:ln>
                <a:solidFill>
                  <a:srgbClr val="000000"/>
                </a:solidFill>
                <a:effectLst/>
                <a:uLnTx/>
                <a:uFillTx/>
                <a:latin typeface="Calibri"/>
                <a:ea typeface="+mn-ea"/>
                <a:cs typeface="+mn-cs"/>
              </a:rPr>
              <a:t> for Reps and Technicians to leverage in-field</a:t>
            </a:r>
          </a:p>
        </p:txBody>
      </p:sp>
      <p:sp>
        <p:nvSpPr>
          <p:cNvPr id="28" name="Oval 27">
            <a:extLst>
              <a:ext uri="{FF2B5EF4-FFF2-40B4-BE49-F238E27FC236}">
                <a16:creationId xmlns:a16="http://schemas.microsoft.com/office/drawing/2014/main" id="{B1D8B5A0-8DFD-16ED-8FD4-9DE1E5F62342}"/>
              </a:ext>
            </a:extLst>
          </p:cNvPr>
          <p:cNvSpPr/>
          <p:nvPr/>
        </p:nvSpPr>
        <p:spPr>
          <a:xfrm>
            <a:off x="41563" y="359109"/>
            <a:ext cx="339159" cy="339159"/>
          </a:xfrm>
          <a:prstGeom prst="ellipse">
            <a:avLst/>
          </a:prstGeom>
          <a:solidFill>
            <a:schemeClr val="accent2"/>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kern="0">
                <a:solidFill>
                  <a:schemeClr val="bg1"/>
                </a:solidFill>
              </a:rPr>
              <a:t>1A</a:t>
            </a:r>
          </a:p>
        </p:txBody>
      </p:sp>
      <p:sp>
        <p:nvSpPr>
          <p:cNvPr id="7" name="Oval 6">
            <a:extLst>
              <a:ext uri="{FF2B5EF4-FFF2-40B4-BE49-F238E27FC236}">
                <a16:creationId xmlns:a16="http://schemas.microsoft.com/office/drawing/2014/main" id="{584D6E8A-7B55-7889-7A01-89F9B27AAC34}"/>
              </a:ext>
            </a:extLst>
          </p:cNvPr>
          <p:cNvSpPr/>
          <p:nvPr/>
        </p:nvSpPr>
        <p:spPr>
          <a:xfrm>
            <a:off x="341565" y="1937216"/>
            <a:ext cx="298851" cy="298851"/>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kern="0">
                <a:solidFill>
                  <a:schemeClr val="bg1"/>
                </a:solidFill>
                <a:sym typeface="Wingdings" panose="05000000000000000000" pitchFamily="2" charset="2"/>
              </a:rPr>
              <a:t></a:t>
            </a:r>
            <a:endParaRPr lang="en-GB" kern="0">
              <a:solidFill>
                <a:schemeClr val="bg1"/>
              </a:solidFill>
            </a:endParaRPr>
          </a:p>
        </p:txBody>
      </p:sp>
      <p:sp>
        <p:nvSpPr>
          <p:cNvPr id="11" name="Oval 10">
            <a:extLst>
              <a:ext uri="{FF2B5EF4-FFF2-40B4-BE49-F238E27FC236}">
                <a16:creationId xmlns:a16="http://schemas.microsoft.com/office/drawing/2014/main" id="{CCCF87AE-49A9-2D0E-A997-D079D72866DA}"/>
              </a:ext>
            </a:extLst>
          </p:cNvPr>
          <p:cNvSpPr/>
          <p:nvPr/>
        </p:nvSpPr>
        <p:spPr>
          <a:xfrm>
            <a:off x="341565" y="2519107"/>
            <a:ext cx="298851" cy="298851"/>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kern="0">
                <a:solidFill>
                  <a:schemeClr val="bg1"/>
                </a:solidFill>
                <a:sym typeface="Wingdings" panose="05000000000000000000" pitchFamily="2" charset="2"/>
              </a:rPr>
              <a:t></a:t>
            </a:r>
            <a:endParaRPr lang="en-GB" kern="0">
              <a:solidFill>
                <a:schemeClr val="bg1"/>
              </a:solidFill>
            </a:endParaRPr>
          </a:p>
        </p:txBody>
      </p:sp>
      <p:sp>
        <p:nvSpPr>
          <p:cNvPr id="12" name="Oval 11">
            <a:extLst>
              <a:ext uri="{FF2B5EF4-FFF2-40B4-BE49-F238E27FC236}">
                <a16:creationId xmlns:a16="http://schemas.microsoft.com/office/drawing/2014/main" id="{BB26F8A6-AADF-00BB-5F00-36D285C323E3}"/>
              </a:ext>
            </a:extLst>
          </p:cNvPr>
          <p:cNvSpPr/>
          <p:nvPr/>
        </p:nvSpPr>
        <p:spPr>
          <a:xfrm>
            <a:off x="341565" y="3142562"/>
            <a:ext cx="298851" cy="298851"/>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kern="0">
                <a:solidFill>
                  <a:schemeClr val="bg1"/>
                </a:solidFill>
                <a:sym typeface="Wingdings" panose="05000000000000000000" pitchFamily="2" charset="2"/>
              </a:rPr>
              <a:t></a:t>
            </a:r>
            <a:endParaRPr lang="en-GB" kern="0">
              <a:solidFill>
                <a:schemeClr val="bg1"/>
              </a:solidFill>
            </a:endParaRPr>
          </a:p>
        </p:txBody>
      </p:sp>
      <p:sp>
        <p:nvSpPr>
          <p:cNvPr id="13" name="Oval 12">
            <a:extLst>
              <a:ext uri="{FF2B5EF4-FFF2-40B4-BE49-F238E27FC236}">
                <a16:creationId xmlns:a16="http://schemas.microsoft.com/office/drawing/2014/main" id="{F8F44EF8-81D8-7EA2-0863-BB255FCA5639}"/>
              </a:ext>
            </a:extLst>
          </p:cNvPr>
          <p:cNvSpPr/>
          <p:nvPr/>
        </p:nvSpPr>
        <p:spPr>
          <a:xfrm>
            <a:off x="341565" y="3541573"/>
            <a:ext cx="298851" cy="298851"/>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kern="0">
                <a:solidFill>
                  <a:schemeClr val="bg1"/>
                </a:solidFill>
                <a:sym typeface="Wingdings" panose="05000000000000000000" pitchFamily="2" charset="2"/>
              </a:rPr>
              <a:t></a:t>
            </a:r>
            <a:endParaRPr lang="en-GB" kern="0">
              <a:solidFill>
                <a:schemeClr val="bg1"/>
              </a:solidFill>
            </a:endParaRPr>
          </a:p>
        </p:txBody>
      </p:sp>
      <p:sp>
        <p:nvSpPr>
          <p:cNvPr id="15" name="Oval 14">
            <a:extLst>
              <a:ext uri="{FF2B5EF4-FFF2-40B4-BE49-F238E27FC236}">
                <a16:creationId xmlns:a16="http://schemas.microsoft.com/office/drawing/2014/main" id="{3CE77383-B91F-421C-6B3E-7BED28B903EF}"/>
              </a:ext>
            </a:extLst>
          </p:cNvPr>
          <p:cNvSpPr/>
          <p:nvPr/>
        </p:nvSpPr>
        <p:spPr>
          <a:xfrm>
            <a:off x="341565" y="3940584"/>
            <a:ext cx="298851" cy="298851"/>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kern="0">
                <a:solidFill>
                  <a:schemeClr val="bg1"/>
                </a:solidFill>
                <a:sym typeface="Wingdings" panose="05000000000000000000" pitchFamily="2" charset="2"/>
              </a:rPr>
              <a:t></a:t>
            </a:r>
            <a:endParaRPr lang="en-GB" kern="0">
              <a:solidFill>
                <a:schemeClr val="bg1"/>
              </a:solidFill>
            </a:endParaRPr>
          </a:p>
        </p:txBody>
      </p:sp>
      <p:sp>
        <p:nvSpPr>
          <p:cNvPr id="16" name="Oval 15">
            <a:extLst>
              <a:ext uri="{FF2B5EF4-FFF2-40B4-BE49-F238E27FC236}">
                <a16:creationId xmlns:a16="http://schemas.microsoft.com/office/drawing/2014/main" id="{852E3FB5-5294-ED40-F67A-670803A3628E}"/>
              </a:ext>
            </a:extLst>
          </p:cNvPr>
          <p:cNvSpPr/>
          <p:nvPr/>
        </p:nvSpPr>
        <p:spPr>
          <a:xfrm>
            <a:off x="341565" y="4322969"/>
            <a:ext cx="298851" cy="298851"/>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kern="0">
                <a:solidFill>
                  <a:schemeClr val="bg1"/>
                </a:solidFill>
                <a:sym typeface="Wingdings" panose="05000000000000000000" pitchFamily="2" charset="2"/>
              </a:rPr>
              <a:t></a:t>
            </a:r>
            <a:endParaRPr lang="en-GB" kern="0">
              <a:solidFill>
                <a:schemeClr val="bg1"/>
              </a:solidFill>
            </a:endParaRPr>
          </a:p>
        </p:txBody>
      </p:sp>
      <p:sp>
        <p:nvSpPr>
          <p:cNvPr id="17" name="Oval 16">
            <a:extLst>
              <a:ext uri="{FF2B5EF4-FFF2-40B4-BE49-F238E27FC236}">
                <a16:creationId xmlns:a16="http://schemas.microsoft.com/office/drawing/2014/main" id="{68CCAB0D-91A4-D751-A5C0-777AE95058E0}"/>
              </a:ext>
            </a:extLst>
          </p:cNvPr>
          <p:cNvSpPr/>
          <p:nvPr/>
        </p:nvSpPr>
        <p:spPr>
          <a:xfrm>
            <a:off x="341565" y="4913172"/>
            <a:ext cx="298851" cy="298851"/>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kern="0">
                <a:solidFill>
                  <a:schemeClr val="bg1"/>
                </a:solidFill>
                <a:sym typeface="Wingdings" panose="05000000000000000000" pitchFamily="2" charset="2"/>
              </a:rPr>
              <a:t></a:t>
            </a:r>
            <a:endParaRPr lang="en-GB" kern="0">
              <a:solidFill>
                <a:schemeClr val="bg1"/>
              </a:solidFill>
            </a:endParaRPr>
          </a:p>
        </p:txBody>
      </p:sp>
      <p:sp>
        <p:nvSpPr>
          <p:cNvPr id="18" name="Oval 17">
            <a:extLst>
              <a:ext uri="{FF2B5EF4-FFF2-40B4-BE49-F238E27FC236}">
                <a16:creationId xmlns:a16="http://schemas.microsoft.com/office/drawing/2014/main" id="{E00C255E-75E6-551C-943E-1C0C10069EA5}"/>
              </a:ext>
            </a:extLst>
          </p:cNvPr>
          <p:cNvSpPr/>
          <p:nvPr/>
        </p:nvSpPr>
        <p:spPr>
          <a:xfrm>
            <a:off x="341565" y="5470124"/>
            <a:ext cx="298851" cy="298851"/>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kern="0">
                <a:solidFill>
                  <a:schemeClr val="bg1"/>
                </a:solidFill>
                <a:sym typeface="Wingdings" panose="05000000000000000000" pitchFamily="2" charset="2"/>
              </a:rPr>
              <a:t></a:t>
            </a:r>
            <a:endParaRPr lang="en-GB" kern="0">
              <a:solidFill>
                <a:schemeClr val="bg1"/>
              </a:solidFill>
            </a:endParaRPr>
          </a:p>
        </p:txBody>
      </p:sp>
    </p:spTree>
    <p:extLst>
      <p:ext uri="{BB962C8B-B14F-4D97-AF65-F5344CB8AC3E}">
        <p14:creationId xmlns:p14="http://schemas.microsoft.com/office/powerpoint/2010/main" val="1291216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A439F929-969F-3367-B500-32E931D13BC3}"/>
              </a:ext>
            </a:extLst>
          </p:cNvPr>
          <p:cNvGraphicFramePr>
            <a:graphicFrameLocks noChangeAspect="1"/>
          </p:cNvGraphicFramePr>
          <p:nvPr>
            <p:custDataLst>
              <p:tags r:id="rId1"/>
            </p:custDataLst>
            <p:extLst>
              <p:ext uri="{D42A27DB-BD31-4B8C-83A1-F6EECF244321}">
                <p14:modId xmlns:p14="http://schemas.microsoft.com/office/powerpoint/2010/main" val="20446613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18" name="think-cell data - do not delete" hidden="1">
                        <a:extLst>
                          <a:ext uri="{FF2B5EF4-FFF2-40B4-BE49-F238E27FC236}">
                            <a16:creationId xmlns:a16="http://schemas.microsoft.com/office/drawing/2014/main" id="{A439F929-969F-3367-B500-32E931D13BC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5" name="Rectangle 14">
            <a:extLst>
              <a:ext uri="{FF2B5EF4-FFF2-40B4-BE49-F238E27FC236}">
                <a16:creationId xmlns:a16="http://schemas.microsoft.com/office/drawing/2014/main" id="{3F3A7B99-052F-C72E-2FEB-62E26EDE7685}"/>
              </a:ext>
            </a:extLst>
          </p:cNvPr>
          <p:cNvSpPr/>
          <p:nvPr/>
        </p:nvSpPr>
        <p:spPr>
          <a:xfrm>
            <a:off x="5769033" y="141313"/>
            <a:ext cx="6142538" cy="384048"/>
          </a:xfrm>
          <a:prstGeom prst="rect">
            <a:avLst/>
          </a:prstGeom>
          <a:solidFill>
            <a:srgbClr val="F5F5F5"/>
          </a:solidFill>
          <a:ln w="9525">
            <a:solidFill>
              <a:schemeClr val="tx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a:solidFill>
                <a:schemeClr val="tx1"/>
              </a:solidFill>
            </a:endParaRPr>
          </a:p>
        </p:txBody>
      </p:sp>
      <p:sp>
        <p:nvSpPr>
          <p:cNvPr id="32" name="Rectangle 31">
            <a:extLst>
              <a:ext uri="{FF2B5EF4-FFF2-40B4-BE49-F238E27FC236}">
                <a16:creationId xmlns:a16="http://schemas.microsoft.com/office/drawing/2014/main" id="{F76832ED-567D-F3AC-3E88-19A60066738F}"/>
              </a:ext>
            </a:extLst>
          </p:cNvPr>
          <p:cNvSpPr/>
          <p:nvPr/>
        </p:nvSpPr>
        <p:spPr>
          <a:xfrm>
            <a:off x="380722" y="1233310"/>
            <a:ext cx="3619778" cy="2195690"/>
          </a:xfrm>
          <a:prstGeom prst="rect">
            <a:avLst/>
          </a:prstGeom>
          <a:solidFill>
            <a:srgbClr val="CAE9D3">
              <a:alpha val="23137"/>
            </a:srgbClr>
          </a:solidFill>
          <a:ln w="9525">
            <a:no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a:solidFill>
                <a:schemeClr val="tx1"/>
              </a:solidFill>
            </a:endParaRPr>
          </a:p>
        </p:txBody>
      </p:sp>
      <p:sp>
        <p:nvSpPr>
          <p:cNvPr id="34" name="Rectangle 33">
            <a:extLst>
              <a:ext uri="{FF2B5EF4-FFF2-40B4-BE49-F238E27FC236}">
                <a16:creationId xmlns:a16="http://schemas.microsoft.com/office/drawing/2014/main" id="{7139E5D5-B344-FF6D-838C-42174BEDF1FF}"/>
              </a:ext>
            </a:extLst>
          </p:cNvPr>
          <p:cNvSpPr/>
          <p:nvPr/>
        </p:nvSpPr>
        <p:spPr>
          <a:xfrm>
            <a:off x="4307753" y="1233310"/>
            <a:ext cx="3619778" cy="2195690"/>
          </a:xfrm>
          <a:prstGeom prst="rect">
            <a:avLst/>
          </a:prstGeom>
          <a:solidFill>
            <a:srgbClr val="CAE9D3">
              <a:alpha val="23137"/>
            </a:srgbClr>
          </a:solidFill>
          <a:ln w="9525">
            <a:no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a:solidFill>
                <a:schemeClr val="tx1"/>
              </a:solidFill>
            </a:endParaRPr>
          </a:p>
        </p:txBody>
      </p:sp>
      <p:sp>
        <p:nvSpPr>
          <p:cNvPr id="36" name="Rectangle 35">
            <a:extLst>
              <a:ext uri="{FF2B5EF4-FFF2-40B4-BE49-F238E27FC236}">
                <a16:creationId xmlns:a16="http://schemas.microsoft.com/office/drawing/2014/main" id="{E22173C9-D17B-34A9-5BDD-61AAB233933C}"/>
              </a:ext>
            </a:extLst>
          </p:cNvPr>
          <p:cNvSpPr/>
          <p:nvPr/>
        </p:nvSpPr>
        <p:spPr>
          <a:xfrm>
            <a:off x="380722" y="3625036"/>
            <a:ext cx="3619778" cy="2195690"/>
          </a:xfrm>
          <a:prstGeom prst="rect">
            <a:avLst/>
          </a:prstGeom>
          <a:solidFill>
            <a:srgbClr val="FFAEA6">
              <a:alpha val="23137"/>
            </a:srgbClr>
          </a:solidFill>
          <a:ln w="9525">
            <a:no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a:solidFill>
                <a:schemeClr val="tx1"/>
              </a:solidFill>
            </a:endParaRPr>
          </a:p>
        </p:txBody>
      </p:sp>
      <p:sp>
        <p:nvSpPr>
          <p:cNvPr id="37" name="Rectangle 36">
            <a:extLst>
              <a:ext uri="{FF2B5EF4-FFF2-40B4-BE49-F238E27FC236}">
                <a16:creationId xmlns:a16="http://schemas.microsoft.com/office/drawing/2014/main" id="{15ED5EDA-4281-611A-7FD7-25CB9ED33C48}"/>
              </a:ext>
            </a:extLst>
          </p:cNvPr>
          <p:cNvSpPr/>
          <p:nvPr/>
        </p:nvSpPr>
        <p:spPr>
          <a:xfrm>
            <a:off x="4307753" y="3625036"/>
            <a:ext cx="3619778" cy="2195690"/>
          </a:xfrm>
          <a:prstGeom prst="rect">
            <a:avLst/>
          </a:prstGeom>
          <a:solidFill>
            <a:srgbClr val="FFAEA6">
              <a:alpha val="23137"/>
            </a:srgbClr>
          </a:solidFill>
          <a:ln w="9525">
            <a:no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a:solidFill>
                <a:schemeClr val="tx1"/>
              </a:solidFill>
            </a:endParaRPr>
          </a:p>
        </p:txBody>
      </p:sp>
      <p:sp>
        <p:nvSpPr>
          <p:cNvPr id="38" name="Rectangle 37">
            <a:extLst>
              <a:ext uri="{FF2B5EF4-FFF2-40B4-BE49-F238E27FC236}">
                <a16:creationId xmlns:a16="http://schemas.microsoft.com/office/drawing/2014/main" id="{CE509C83-6F90-0660-CAA0-9AB5A52FF424}"/>
              </a:ext>
            </a:extLst>
          </p:cNvPr>
          <p:cNvSpPr/>
          <p:nvPr/>
        </p:nvSpPr>
        <p:spPr>
          <a:xfrm>
            <a:off x="8212871" y="3625036"/>
            <a:ext cx="3619778" cy="2195690"/>
          </a:xfrm>
          <a:prstGeom prst="rect">
            <a:avLst/>
          </a:prstGeom>
          <a:solidFill>
            <a:srgbClr val="FFAEA6">
              <a:alpha val="23137"/>
            </a:srgbClr>
          </a:solidFill>
          <a:ln w="9525">
            <a:no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a:solidFill>
                <a:schemeClr val="tx1"/>
              </a:solidFill>
            </a:endParaRPr>
          </a:p>
        </p:txBody>
      </p:sp>
      <p:sp>
        <p:nvSpPr>
          <p:cNvPr id="2" name="Title 1">
            <a:extLst>
              <a:ext uri="{FF2B5EF4-FFF2-40B4-BE49-F238E27FC236}">
                <a16:creationId xmlns:a16="http://schemas.microsoft.com/office/drawing/2014/main" id="{B8DC3ECD-F197-B155-F8AA-3EE855E25B97}"/>
              </a:ext>
            </a:extLst>
          </p:cNvPr>
          <p:cNvSpPr>
            <a:spLocks noGrp="1"/>
          </p:cNvSpPr>
          <p:nvPr>
            <p:ph type="title"/>
          </p:nvPr>
        </p:nvSpPr>
        <p:spPr/>
        <p:txBody>
          <a:bodyPr vert="horz"/>
          <a:lstStyle/>
          <a:p>
            <a:r>
              <a:rPr kumimoji="0" lang="en-GB" sz="2600" b="1" i="0" u="none" strike="noStrike" kern="0" cap="all" spc="0" normalizeH="0" baseline="0" noProof="0">
                <a:ln>
                  <a:noFill/>
                </a:ln>
                <a:solidFill>
                  <a:srgbClr val="000000"/>
                </a:solidFill>
                <a:effectLst/>
                <a:uLnTx/>
                <a:uFillTx/>
                <a:latin typeface="MMC Display Condensed"/>
                <a:ea typeface="+mj-ea"/>
                <a:cs typeface="+mj-cs"/>
              </a:rPr>
              <a:t>Scope of use cases</a:t>
            </a:r>
            <a:br>
              <a:rPr kumimoji="0" lang="en-GB" sz="2600" b="1" i="0" u="none" strike="noStrike" kern="0" cap="all" spc="0" normalizeH="0" baseline="0" noProof="0">
                <a:ln>
                  <a:noFill/>
                </a:ln>
                <a:solidFill>
                  <a:srgbClr val="000000"/>
                </a:solidFill>
                <a:effectLst/>
                <a:uLnTx/>
                <a:uFillTx/>
                <a:latin typeface="MMC Display Condensed"/>
                <a:ea typeface="+mj-ea"/>
                <a:cs typeface="+mj-cs"/>
              </a:rPr>
            </a:br>
            <a:r>
              <a:rPr kumimoji="0" lang="en-GB" sz="1600" b="0" i="0" u="none" strike="noStrike" kern="0" cap="none" spc="0" normalizeH="0" baseline="0" noProof="0">
                <a:ln>
                  <a:noFill/>
                </a:ln>
                <a:solidFill>
                  <a:srgbClr val="000000"/>
                </a:solidFill>
                <a:effectLst/>
                <a:uLnTx/>
                <a:uFillTx/>
                <a:latin typeface="Calibri"/>
                <a:ea typeface="+mj-ea"/>
                <a:cs typeface="+mj-cs"/>
              </a:rPr>
              <a:t>Primary initial focus on is pricing new customer deals. Additional pricing use cases could later be enabled by this platform</a:t>
            </a:r>
            <a:endParaRPr lang="en-GB"/>
          </a:p>
        </p:txBody>
      </p:sp>
      <p:sp>
        <p:nvSpPr>
          <p:cNvPr id="3" name="Text Placeholder 2">
            <a:extLst>
              <a:ext uri="{FF2B5EF4-FFF2-40B4-BE49-F238E27FC236}">
                <a16:creationId xmlns:a16="http://schemas.microsoft.com/office/drawing/2014/main" id="{EF4B4F7A-03A0-685C-7CE9-77F9AB215734}"/>
              </a:ext>
            </a:extLst>
          </p:cNvPr>
          <p:cNvSpPr>
            <a:spLocks noGrp="1"/>
          </p:cNvSpPr>
          <p:nvPr>
            <p:ph type="body" idx="10"/>
          </p:nvPr>
        </p:nvSpPr>
        <p:spPr>
          <a:xfrm>
            <a:off x="513347" y="1399032"/>
            <a:ext cx="3454400" cy="429768"/>
          </a:xfrm>
        </p:spPr>
        <p:txBody>
          <a:bodyPr/>
          <a:lstStyle/>
          <a:p>
            <a:r>
              <a:rPr lang="en-GB"/>
              <a:t>Price a new customer deal</a:t>
            </a:r>
          </a:p>
        </p:txBody>
      </p:sp>
      <p:sp>
        <p:nvSpPr>
          <p:cNvPr id="4" name="Content Placeholder 3">
            <a:extLst>
              <a:ext uri="{FF2B5EF4-FFF2-40B4-BE49-F238E27FC236}">
                <a16:creationId xmlns:a16="http://schemas.microsoft.com/office/drawing/2014/main" id="{6B584A03-0F1E-6866-04C6-E44C41B7DFD5}"/>
              </a:ext>
            </a:extLst>
          </p:cNvPr>
          <p:cNvSpPr>
            <a:spLocks noGrp="1"/>
          </p:cNvSpPr>
          <p:nvPr>
            <p:ph sz="quarter" idx="11"/>
          </p:nvPr>
        </p:nvSpPr>
        <p:spPr>
          <a:xfrm>
            <a:off x="513347" y="1883664"/>
            <a:ext cx="3454400" cy="1911096"/>
          </a:xfrm>
        </p:spPr>
        <p:txBody>
          <a:bodyPr/>
          <a:lstStyle/>
          <a:p>
            <a:r>
              <a:rPr lang="en-GB"/>
              <a:t>Core initial use case for the tool</a:t>
            </a:r>
          </a:p>
          <a:p>
            <a:r>
              <a:rPr lang="en-GB"/>
              <a:t>Provide price guidance, deal score, and approval support for new opportunities</a:t>
            </a:r>
          </a:p>
        </p:txBody>
      </p:sp>
      <p:sp>
        <p:nvSpPr>
          <p:cNvPr id="5" name="Text Placeholder 4">
            <a:extLst>
              <a:ext uri="{FF2B5EF4-FFF2-40B4-BE49-F238E27FC236}">
                <a16:creationId xmlns:a16="http://schemas.microsoft.com/office/drawing/2014/main" id="{E2227844-F1A5-9EFA-6A39-5B90528EA11B}"/>
              </a:ext>
            </a:extLst>
          </p:cNvPr>
          <p:cNvSpPr>
            <a:spLocks noGrp="1"/>
          </p:cNvSpPr>
          <p:nvPr>
            <p:ph type="body" idx="13"/>
          </p:nvPr>
        </p:nvSpPr>
        <p:spPr/>
        <p:txBody>
          <a:bodyPr/>
          <a:lstStyle/>
          <a:p>
            <a:r>
              <a:rPr lang="en-GB"/>
              <a:t>Understand and monitor W/L</a:t>
            </a:r>
          </a:p>
          <a:p>
            <a:endParaRPr lang="en-GB"/>
          </a:p>
        </p:txBody>
      </p:sp>
      <p:sp>
        <p:nvSpPr>
          <p:cNvPr id="6" name="Content Placeholder 5">
            <a:extLst>
              <a:ext uri="{FF2B5EF4-FFF2-40B4-BE49-F238E27FC236}">
                <a16:creationId xmlns:a16="http://schemas.microsoft.com/office/drawing/2014/main" id="{743A2E67-F840-1355-5A60-1AA9DDECE856}"/>
              </a:ext>
            </a:extLst>
          </p:cNvPr>
          <p:cNvSpPr>
            <a:spLocks noGrp="1"/>
          </p:cNvSpPr>
          <p:nvPr>
            <p:ph sz="quarter" idx="12"/>
          </p:nvPr>
        </p:nvSpPr>
        <p:spPr/>
        <p:txBody>
          <a:bodyPr/>
          <a:lstStyle/>
          <a:p>
            <a:r>
              <a:rPr lang="en-GB"/>
              <a:t>Track outcomes to understand what drives wins and losses</a:t>
            </a:r>
          </a:p>
          <a:p>
            <a:r>
              <a:rPr lang="en-GB"/>
              <a:t>Create feedback loops to refine pricing guidance over time</a:t>
            </a:r>
          </a:p>
        </p:txBody>
      </p:sp>
      <p:sp>
        <p:nvSpPr>
          <p:cNvPr id="7" name="Text Placeholder 6">
            <a:extLst>
              <a:ext uri="{FF2B5EF4-FFF2-40B4-BE49-F238E27FC236}">
                <a16:creationId xmlns:a16="http://schemas.microsoft.com/office/drawing/2014/main" id="{331FBE87-5898-E879-C2B7-2D887FF74FB3}"/>
              </a:ext>
            </a:extLst>
          </p:cNvPr>
          <p:cNvSpPr>
            <a:spLocks noGrp="1"/>
          </p:cNvSpPr>
          <p:nvPr>
            <p:ph type="body" idx="15"/>
          </p:nvPr>
        </p:nvSpPr>
        <p:spPr/>
        <p:txBody>
          <a:bodyPr/>
          <a:lstStyle/>
          <a:p>
            <a:r>
              <a:rPr lang="en-GB"/>
              <a:t>Set a distributor price list</a:t>
            </a:r>
          </a:p>
        </p:txBody>
      </p:sp>
      <p:sp>
        <p:nvSpPr>
          <p:cNvPr id="8" name="Content Placeholder 7">
            <a:extLst>
              <a:ext uri="{FF2B5EF4-FFF2-40B4-BE49-F238E27FC236}">
                <a16:creationId xmlns:a16="http://schemas.microsoft.com/office/drawing/2014/main" id="{5B994858-DCD8-4989-C8AC-D5A29532AC1E}"/>
              </a:ext>
            </a:extLst>
          </p:cNvPr>
          <p:cNvSpPr>
            <a:spLocks noGrp="1"/>
          </p:cNvSpPr>
          <p:nvPr>
            <p:ph sz="quarter" idx="14"/>
          </p:nvPr>
        </p:nvSpPr>
        <p:spPr/>
        <p:txBody>
          <a:bodyPr/>
          <a:lstStyle/>
          <a:p>
            <a:r>
              <a:rPr lang="en-GB"/>
              <a:t>Potential adjacent use case, but likely needs separate logic and workflow</a:t>
            </a:r>
          </a:p>
          <a:p>
            <a:r>
              <a:rPr lang="en-GB"/>
              <a:t>Could be partially enabled later once core pricing engine is established</a:t>
            </a:r>
          </a:p>
        </p:txBody>
      </p:sp>
      <p:sp>
        <p:nvSpPr>
          <p:cNvPr id="9" name="Text Placeholder 8">
            <a:extLst>
              <a:ext uri="{FF2B5EF4-FFF2-40B4-BE49-F238E27FC236}">
                <a16:creationId xmlns:a16="http://schemas.microsoft.com/office/drawing/2014/main" id="{59E5868F-525B-39DE-808B-F308797B1F2A}"/>
              </a:ext>
            </a:extLst>
          </p:cNvPr>
          <p:cNvSpPr>
            <a:spLocks noGrp="1"/>
          </p:cNvSpPr>
          <p:nvPr>
            <p:ph type="body" idx="17"/>
          </p:nvPr>
        </p:nvSpPr>
        <p:spPr>
          <a:xfrm>
            <a:off x="513347" y="3780484"/>
            <a:ext cx="3454400" cy="429768"/>
          </a:xfrm>
        </p:spPr>
        <p:txBody>
          <a:bodyPr/>
          <a:lstStyle/>
          <a:p>
            <a:r>
              <a:rPr lang="en-GB"/>
              <a:t>Assess existing customer prices</a:t>
            </a:r>
          </a:p>
          <a:p>
            <a:endParaRPr lang="en-GB"/>
          </a:p>
        </p:txBody>
      </p:sp>
      <p:sp>
        <p:nvSpPr>
          <p:cNvPr id="10" name="Content Placeholder 9">
            <a:extLst>
              <a:ext uri="{FF2B5EF4-FFF2-40B4-BE49-F238E27FC236}">
                <a16:creationId xmlns:a16="http://schemas.microsoft.com/office/drawing/2014/main" id="{B9D45AB8-B2EB-7841-4D12-2C4E360382BD}"/>
              </a:ext>
            </a:extLst>
          </p:cNvPr>
          <p:cNvSpPr>
            <a:spLocks noGrp="1"/>
          </p:cNvSpPr>
          <p:nvPr>
            <p:ph sz="quarter" idx="16"/>
          </p:nvPr>
        </p:nvSpPr>
        <p:spPr>
          <a:xfrm>
            <a:off x="513347" y="4265116"/>
            <a:ext cx="3454400" cy="1911096"/>
          </a:xfrm>
        </p:spPr>
        <p:txBody>
          <a:bodyPr/>
          <a:lstStyle/>
          <a:p>
            <a:r>
              <a:rPr lang="en-GB"/>
              <a:t>Not in initial scope</a:t>
            </a:r>
          </a:p>
          <a:p>
            <a:r>
              <a:rPr lang="en-GB"/>
              <a:t>Future phase could support review of repricing and renewal opportunities</a:t>
            </a:r>
          </a:p>
        </p:txBody>
      </p:sp>
      <p:sp>
        <p:nvSpPr>
          <p:cNvPr id="11" name="Text Placeholder 10">
            <a:extLst>
              <a:ext uri="{FF2B5EF4-FFF2-40B4-BE49-F238E27FC236}">
                <a16:creationId xmlns:a16="http://schemas.microsoft.com/office/drawing/2014/main" id="{0696CABE-BD67-497D-FCEC-612B25DDA78D}"/>
              </a:ext>
            </a:extLst>
          </p:cNvPr>
          <p:cNvSpPr>
            <a:spLocks noGrp="1"/>
          </p:cNvSpPr>
          <p:nvPr>
            <p:ph type="body" idx="19"/>
          </p:nvPr>
        </p:nvSpPr>
        <p:spPr>
          <a:xfrm>
            <a:off x="4368799" y="3780484"/>
            <a:ext cx="3454400" cy="429768"/>
          </a:xfrm>
        </p:spPr>
        <p:txBody>
          <a:bodyPr/>
          <a:lstStyle/>
          <a:p>
            <a:r>
              <a:rPr lang="en-GB"/>
              <a:t>Monitor quote to consumption</a:t>
            </a:r>
          </a:p>
          <a:p>
            <a:endParaRPr lang="en-GB"/>
          </a:p>
        </p:txBody>
      </p:sp>
      <p:sp>
        <p:nvSpPr>
          <p:cNvPr id="12" name="Content Placeholder 11">
            <a:extLst>
              <a:ext uri="{FF2B5EF4-FFF2-40B4-BE49-F238E27FC236}">
                <a16:creationId xmlns:a16="http://schemas.microsoft.com/office/drawing/2014/main" id="{614EBD9C-6E1B-001C-2DE6-7590BA8F7D8B}"/>
              </a:ext>
            </a:extLst>
          </p:cNvPr>
          <p:cNvSpPr>
            <a:spLocks noGrp="1"/>
          </p:cNvSpPr>
          <p:nvPr>
            <p:ph sz="quarter" idx="18"/>
          </p:nvPr>
        </p:nvSpPr>
        <p:spPr>
          <a:xfrm>
            <a:off x="4368799" y="4265116"/>
            <a:ext cx="3454400" cy="1911096"/>
          </a:xfrm>
        </p:spPr>
        <p:txBody>
          <a:bodyPr/>
          <a:lstStyle/>
          <a:p>
            <a:r>
              <a:rPr lang="en-GB"/>
              <a:t>Not in initial scope</a:t>
            </a:r>
          </a:p>
          <a:p>
            <a:r>
              <a:rPr lang="en-GB"/>
              <a:t>Valuable for understanding realization and customer follow-through</a:t>
            </a:r>
          </a:p>
        </p:txBody>
      </p:sp>
      <p:sp>
        <p:nvSpPr>
          <p:cNvPr id="13" name="Text Placeholder 12">
            <a:extLst>
              <a:ext uri="{FF2B5EF4-FFF2-40B4-BE49-F238E27FC236}">
                <a16:creationId xmlns:a16="http://schemas.microsoft.com/office/drawing/2014/main" id="{F0E6C878-A06D-883A-516F-1F04FB92BED2}"/>
              </a:ext>
            </a:extLst>
          </p:cNvPr>
          <p:cNvSpPr>
            <a:spLocks noGrp="1"/>
          </p:cNvSpPr>
          <p:nvPr>
            <p:ph type="body" idx="21"/>
          </p:nvPr>
        </p:nvSpPr>
        <p:spPr>
          <a:xfrm>
            <a:off x="8280400" y="3780484"/>
            <a:ext cx="3454400" cy="429768"/>
          </a:xfrm>
        </p:spPr>
        <p:txBody>
          <a:bodyPr/>
          <a:lstStyle/>
          <a:p>
            <a:r>
              <a:rPr lang="en-GB"/>
              <a:t>Periodic price management</a:t>
            </a:r>
          </a:p>
        </p:txBody>
      </p:sp>
      <p:sp>
        <p:nvSpPr>
          <p:cNvPr id="14" name="Content Placeholder 13">
            <a:extLst>
              <a:ext uri="{FF2B5EF4-FFF2-40B4-BE49-F238E27FC236}">
                <a16:creationId xmlns:a16="http://schemas.microsoft.com/office/drawing/2014/main" id="{D98128C2-6252-B20F-976E-EBEF27ACD256}"/>
              </a:ext>
            </a:extLst>
          </p:cNvPr>
          <p:cNvSpPr>
            <a:spLocks noGrp="1"/>
          </p:cNvSpPr>
          <p:nvPr>
            <p:ph sz="quarter" idx="20"/>
          </p:nvPr>
        </p:nvSpPr>
        <p:spPr>
          <a:xfrm>
            <a:off x="8280400" y="4265116"/>
            <a:ext cx="3454400" cy="1911096"/>
          </a:xfrm>
        </p:spPr>
        <p:txBody>
          <a:bodyPr/>
          <a:lstStyle/>
          <a:p>
            <a:r>
              <a:rPr lang="en-GB"/>
              <a:t>Not in initial scope</a:t>
            </a:r>
          </a:p>
          <a:p>
            <a:r>
              <a:rPr lang="en-GB"/>
              <a:t>Future extension could support inflation-led increases and portfolio-wide actions</a:t>
            </a:r>
          </a:p>
        </p:txBody>
      </p:sp>
      <p:sp>
        <p:nvSpPr>
          <p:cNvPr id="19" name="Oval 18">
            <a:extLst>
              <a:ext uri="{FF2B5EF4-FFF2-40B4-BE49-F238E27FC236}">
                <a16:creationId xmlns:a16="http://schemas.microsoft.com/office/drawing/2014/main" id="{B76A5017-0E09-91EF-283D-04352C873A09}"/>
              </a:ext>
            </a:extLst>
          </p:cNvPr>
          <p:cNvSpPr/>
          <p:nvPr/>
        </p:nvSpPr>
        <p:spPr>
          <a:xfrm>
            <a:off x="41563" y="359109"/>
            <a:ext cx="339159" cy="339159"/>
          </a:xfrm>
          <a:prstGeom prst="ellipse">
            <a:avLst/>
          </a:prstGeom>
          <a:solidFill>
            <a:schemeClr val="accent2"/>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kern="0">
                <a:solidFill>
                  <a:schemeClr val="bg1"/>
                </a:solidFill>
              </a:rPr>
              <a:t>1C</a:t>
            </a:r>
          </a:p>
        </p:txBody>
      </p:sp>
      <p:sp>
        <p:nvSpPr>
          <p:cNvPr id="20" name="Oval 19">
            <a:extLst>
              <a:ext uri="{FF2B5EF4-FFF2-40B4-BE49-F238E27FC236}">
                <a16:creationId xmlns:a16="http://schemas.microsoft.com/office/drawing/2014/main" id="{36C5293C-4F0C-DAC7-9E95-6F42E4725EEC}"/>
              </a:ext>
            </a:extLst>
          </p:cNvPr>
          <p:cNvSpPr/>
          <p:nvPr/>
        </p:nvSpPr>
        <p:spPr>
          <a:xfrm>
            <a:off x="5975918" y="234701"/>
            <a:ext cx="182880" cy="182880"/>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100" kern="0">
                <a:solidFill>
                  <a:schemeClr val="bg1"/>
                </a:solidFill>
                <a:sym typeface="Wingdings" panose="05000000000000000000" pitchFamily="2" charset="2"/>
              </a:rPr>
              <a:t></a:t>
            </a:r>
            <a:endParaRPr lang="en-GB" sz="1100" kern="0">
              <a:solidFill>
                <a:schemeClr val="bg1"/>
              </a:solidFill>
            </a:endParaRPr>
          </a:p>
        </p:txBody>
      </p:sp>
      <p:sp>
        <p:nvSpPr>
          <p:cNvPr id="21" name="TextBox 20">
            <a:extLst>
              <a:ext uri="{FF2B5EF4-FFF2-40B4-BE49-F238E27FC236}">
                <a16:creationId xmlns:a16="http://schemas.microsoft.com/office/drawing/2014/main" id="{43C16F9D-1103-C155-EA9E-CAA72703F05D}"/>
              </a:ext>
            </a:extLst>
          </p:cNvPr>
          <p:cNvSpPr txBox="1"/>
          <p:nvPr/>
        </p:nvSpPr>
        <p:spPr>
          <a:xfrm flipH="1">
            <a:off x="6277921" y="241502"/>
            <a:ext cx="1676335" cy="169277"/>
          </a:xfrm>
          <a:prstGeom prst="rect">
            <a:avLst/>
          </a:prstGeom>
          <a:noFill/>
        </p:spPr>
        <p:txBody>
          <a:bodyPr wrap="square" lIns="0" tIns="0" rIns="0" bIns="0" rtlCol="0">
            <a:spAutoFit/>
          </a:bodyPr>
          <a:lstStyle/>
          <a:p>
            <a:pPr algn="l"/>
            <a:r>
              <a:rPr lang="en-GB" sz="1100" kern="0"/>
              <a:t>Scope for initial build effort</a:t>
            </a:r>
          </a:p>
        </p:txBody>
      </p:sp>
      <p:sp>
        <p:nvSpPr>
          <p:cNvPr id="22" name="Oval 21">
            <a:extLst>
              <a:ext uri="{FF2B5EF4-FFF2-40B4-BE49-F238E27FC236}">
                <a16:creationId xmlns:a16="http://schemas.microsoft.com/office/drawing/2014/main" id="{98EF3619-9B31-9144-F481-704E2F86A5F3}"/>
              </a:ext>
            </a:extLst>
          </p:cNvPr>
          <p:cNvSpPr/>
          <p:nvPr/>
        </p:nvSpPr>
        <p:spPr>
          <a:xfrm>
            <a:off x="9931320" y="234701"/>
            <a:ext cx="182880" cy="182880"/>
          </a:xfrm>
          <a:prstGeom prst="ellipse">
            <a:avLst/>
          </a:prstGeom>
          <a:solidFill>
            <a:srgbClr val="EF4E45"/>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100" kern="0">
                <a:solidFill>
                  <a:schemeClr val="bg1"/>
                </a:solidFill>
                <a:sym typeface="Wingdings" panose="05000000000000000000" pitchFamily="2" charset="2"/>
              </a:rPr>
              <a:t></a:t>
            </a:r>
            <a:endParaRPr lang="en-GB" sz="1100" kern="0">
              <a:solidFill>
                <a:schemeClr val="bg1"/>
              </a:solidFill>
            </a:endParaRPr>
          </a:p>
        </p:txBody>
      </p:sp>
      <p:sp>
        <p:nvSpPr>
          <p:cNvPr id="23" name="TextBox 22">
            <a:extLst>
              <a:ext uri="{FF2B5EF4-FFF2-40B4-BE49-F238E27FC236}">
                <a16:creationId xmlns:a16="http://schemas.microsoft.com/office/drawing/2014/main" id="{E5017BC2-30B3-5B87-FF56-0B673868534B}"/>
              </a:ext>
            </a:extLst>
          </p:cNvPr>
          <p:cNvSpPr txBox="1"/>
          <p:nvPr/>
        </p:nvSpPr>
        <p:spPr>
          <a:xfrm flipH="1">
            <a:off x="10235236" y="241502"/>
            <a:ext cx="1676335" cy="169277"/>
          </a:xfrm>
          <a:prstGeom prst="rect">
            <a:avLst/>
          </a:prstGeom>
          <a:noFill/>
        </p:spPr>
        <p:txBody>
          <a:bodyPr wrap="square" lIns="0" tIns="0" rIns="0" bIns="0" rtlCol="0">
            <a:spAutoFit/>
          </a:bodyPr>
          <a:lstStyle/>
          <a:p>
            <a:pPr algn="l"/>
            <a:r>
              <a:rPr lang="en-GB" sz="1100" kern="0"/>
              <a:t>Potential future scope</a:t>
            </a:r>
          </a:p>
        </p:txBody>
      </p:sp>
      <p:sp>
        <p:nvSpPr>
          <p:cNvPr id="24" name="Oval 23">
            <a:extLst>
              <a:ext uri="{FF2B5EF4-FFF2-40B4-BE49-F238E27FC236}">
                <a16:creationId xmlns:a16="http://schemas.microsoft.com/office/drawing/2014/main" id="{E0D2A15C-C79E-8A44-7A09-92196DDEBDBA}"/>
              </a:ext>
            </a:extLst>
          </p:cNvPr>
          <p:cNvSpPr/>
          <p:nvPr/>
        </p:nvSpPr>
        <p:spPr>
          <a:xfrm>
            <a:off x="8086789" y="234701"/>
            <a:ext cx="182880" cy="182880"/>
          </a:xfrm>
          <a:prstGeom prst="ellipse">
            <a:avLst/>
          </a:prstGeom>
          <a:solidFill>
            <a:srgbClr val="FFBE00"/>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100" kern="0">
                <a:solidFill>
                  <a:schemeClr val="bg1"/>
                </a:solidFill>
                <a:sym typeface="Wingdings" panose="05000000000000000000" pitchFamily="2" charset="2"/>
              </a:rPr>
              <a:t>?</a:t>
            </a:r>
            <a:endParaRPr lang="en-GB" sz="1100" kern="0">
              <a:solidFill>
                <a:schemeClr val="bg1"/>
              </a:solidFill>
            </a:endParaRPr>
          </a:p>
        </p:txBody>
      </p:sp>
      <p:sp>
        <p:nvSpPr>
          <p:cNvPr id="25" name="TextBox 24">
            <a:extLst>
              <a:ext uri="{FF2B5EF4-FFF2-40B4-BE49-F238E27FC236}">
                <a16:creationId xmlns:a16="http://schemas.microsoft.com/office/drawing/2014/main" id="{B68B4B2F-55B1-24B9-4260-196D2439EEAC}"/>
              </a:ext>
            </a:extLst>
          </p:cNvPr>
          <p:cNvSpPr txBox="1"/>
          <p:nvPr/>
        </p:nvSpPr>
        <p:spPr>
          <a:xfrm flipH="1">
            <a:off x="8380058" y="241502"/>
            <a:ext cx="2578000" cy="169277"/>
          </a:xfrm>
          <a:prstGeom prst="rect">
            <a:avLst/>
          </a:prstGeom>
          <a:noFill/>
        </p:spPr>
        <p:txBody>
          <a:bodyPr wrap="square" lIns="0" tIns="0" rIns="0" bIns="0" rtlCol="0">
            <a:spAutoFit/>
          </a:bodyPr>
          <a:lstStyle/>
          <a:p>
            <a:pPr algn="l"/>
            <a:r>
              <a:rPr lang="en-GB" sz="1100" kern="0"/>
              <a:t>Partially enabled or TBD</a:t>
            </a:r>
          </a:p>
        </p:txBody>
      </p:sp>
      <p:sp>
        <p:nvSpPr>
          <p:cNvPr id="26" name="Oval 25">
            <a:extLst>
              <a:ext uri="{FF2B5EF4-FFF2-40B4-BE49-F238E27FC236}">
                <a16:creationId xmlns:a16="http://schemas.microsoft.com/office/drawing/2014/main" id="{F0F5733E-AC12-1208-D108-5FC1B099C7AA}"/>
              </a:ext>
            </a:extLst>
          </p:cNvPr>
          <p:cNvSpPr/>
          <p:nvPr/>
        </p:nvSpPr>
        <p:spPr>
          <a:xfrm>
            <a:off x="7239462" y="1263942"/>
            <a:ext cx="498780" cy="498780"/>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2400" kern="0">
                <a:solidFill>
                  <a:schemeClr val="bg1"/>
                </a:solidFill>
                <a:sym typeface="Wingdings" panose="05000000000000000000" pitchFamily="2" charset="2"/>
              </a:rPr>
              <a:t></a:t>
            </a:r>
            <a:endParaRPr lang="en-GB" sz="2400" kern="0">
              <a:solidFill>
                <a:schemeClr val="bg1"/>
              </a:solidFill>
            </a:endParaRPr>
          </a:p>
        </p:txBody>
      </p:sp>
      <p:sp>
        <p:nvSpPr>
          <p:cNvPr id="27" name="Oval 26">
            <a:extLst>
              <a:ext uri="{FF2B5EF4-FFF2-40B4-BE49-F238E27FC236}">
                <a16:creationId xmlns:a16="http://schemas.microsoft.com/office/drawing/2014/main" id="{A64136F6-8056-8113-6687-2E64BD273086}"/>
              </a:ext>
            </a:extLst>
          </p:cNvPr>
          <p:cNvSpPr/>
          <p:nvPr/>
        </p:nvSpPr>
        <p:spPr>
          <a:xfrm>
            <a:off x="3338257" y="1263942"/>
            <a:ext cx="498780" cy="498780"/>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2400" kern="0">
                <a:solidFill>
                  <a:schemeClr val="bg1"/>
                </a:solidFill>
                <a:sym typeface="Wingdings" panose="05000000000000000000" pitchFamily="2" charset="2"/>
              </a:rPr>
              <a:t></a:t>
            </a:r>
            <a:endParaRPr lang="en-GB" sz="2400" kern="0">
              <a:solidFill>
                <a:schemeClr val="bg1"/>
              </a:solidFill>
            </a:endParaRPr>
          </a:p>
        </p:txBody>
      </p:sp>
      <p:sp>
        <p:nvSpPr>
          <p:cNvPr id="29" name="Oval 28">
            <a:extLst>
              <a:ext uri="{FF2B5EF4-FFF2-40B4-BE49-F238E27FC236}">
                <a16:creationId xmlns:a16="http://schemas.microsoft.com/office/drawing/2014/main" id="{A64983C0-9865-E3BA-BBAD-478789ACE4BA}"/>
              </a:ext>
            </a:extLst>
          </p:cNvPr>
          <p:cNvSpPr/>
          <p:nvPr/>
        </p:nvSpPr>
        <p:spPr>
          <a:xfrm>
            <a:off x="3327861" y="3660482"/>
            <a:ext cx="498780" cy="498780"/>
          </a:xfrm>
          <a:prstGeom prst="ellipse">
            <a:avLst/>
          </a:prstGeom>
          <a:solidFill>
            <a:srgbClr val="FF0000"/>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2400" kern="0">
                <a:solidFill>
                  <a:schemeClr val="bg1"/>
                </a:solidFill>
                <a:sym typeface="Wingdings" panose="05000000000000000000" pitchFamily="2" charset="2"/>
              </a:rPr>
              <a:t></a:t>
            </a:r>
            <a:endParaRPr lang="en-GB" sz="2400" kern="0">
              <a:solidFill>
                <a:schemeClr val="bg1"/>
              </a:solidFill>
            </a:endParaRPr>
          </a:p>
        </p:txBody>
      </p:sp>
      <p:sp>
        <p:nvSpPr>
          <p:cNvPr id="30" name="Oval 29">
            <a:extLst>
              <a:ext uri="{FF2B5EF4-FFF2-40B4-BE49-F238E27FC236}">
                <a16:creationId xmlns:a16="http://schemas.microsoft.com/office/drawing/2014/main" id="{5C9E817C-FD8C-2100-D9C5-48854CB5EEBA}"/>
              </a:ext>
            </a:extLst>
          </p:cNvPr>
          <p:cNvSpPr/>
          <p:nvPr/>
        </p:nvSpPr>
        <p:spPr>
          <a:xfrm>
            <a:off x="7260252" y="3660482"/>
            <a:ext cx="498780" cy="498780"/>
          </a:xfrm>
          <a:prstGeom prst="ellipse">
            <a:avLst/>
          </a:prstGeom>
          <a:solidFill>
            <a:srgbClr val="FF0000"/>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2400" kern="0">
                <a:solidFill>
                  <a:schemeClr val="bg1"/>
                </a:solidFill>
                <a:sym typeface="Wingdings" panose="05000000000000000000" pitchFamily="2" charset="2"/>
              </a:rPr>
              <a:t></a:t>
            </a:r>
            <a:endParaRPr lang="en-GB" sz="2400" kern="0">
              <a:solidFill>
                <a:schemeClr val="bg1"/>
              </a:solidFill>
            </a:endParaRPr>
          </a:p>
        </p:txBody>
      </p:sp>
      <p:sp>
        <p:nvSpPr>
          <p:cNvPr id="31" name="Oval 30">
            <a:extLst>
              <a:ext uri="{FF2B5EF4-FFF2-40B4-BE49-F238E27FC236}">
                <a16:creationId xmlns:a16="http://schemas.microsoft.com/office/drawing/2014/main" id="{A5CE430A-9B21-FD2B-B66E-14DB1560F605}"/>
              </a:ext>
            </a:extLst>
          </p:cNvPr>
          <p:cNvSpPr/>
          <p:nvPr/>
        </p:nvSpPr>
        <p:spPr>
          <a:xfrm>
            <a:off x="11200663" y="3660482"/>
            <a:ext cx="498780" cy="498780"/>
          </a:xfrm>
          <a:prstGeom prst="ellipse">
            <a:avLst/>
          </a:prstGeom>
          <a:solidFill>
            <a:srgbClr val="FF0000"/>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2400" kern="0">
                <a:solidFill>
                  <a:schemeClr val="bg1"/>
                </a:solidFill>
                <a:sym typeface="Wingdings" panose="05000000000000000000" pitchFamily="2" charset="2"/>
              </a:rPr>
              <a:t></a:t>
            </a:r>
            <a:endParaRPr lang="en-GB" sz="2400" kern="0">
              <a:solidFill>
                <a:schemeClr val="bg1"/>
              </a:solidFill>
            </a:endParaRPr>
          </a:p>
        </p:txBody>
      </p:sp>
      <p:sp>
        <p:nvSpPr>
          <p:cNvPr id="41" name="Rectangle 40">
            <a:extLst>
              <a:ext uri="{FF2B5EF4-FFF2-40B4-BE49-F238E27FC236}">
                <a16:creationId xmlns:a16="http://schemas.microsoft.com/office/drawing/2014/main" id="{B9F23C3F-EE78-4A87-F9A7-44DA763EB16E}"/>
              </a:ext>
            </a:extLst>
          </p:cNvPr>
          <p:cNvSpPr/>
          <p:nvPr/>
        </p:nvSpPr>
        <p:spPr>
          <a:xfrm>
            <a:off x="8212871" y="1228496"/>
            <a:ext cx="3619778" cy="2195690"/>
          </a:xfrm>
          <a:prstGeom prst="rect">
            <a:avLst/>
          </a:prstGeom>
          <a:solidFill>
            <a:srgbClr val="FFAEA6">
              <a:alpha val="23137"/>
            </a:srgbClr>
          </a:solidFill>
          <a:ln w="9525">
            <a:no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a:solidFill>
                <a:schemeClr val="tx1"/>
              </a:solidFill>
            </a:endParaRPr>
          </a:p>
        </p:txBody>
      </p:sp>
      <p:sp>
        <p:nvSpPr>
          <p:cNvPr id="42" name="Oval 41">
            <a:extLst>
              <a:ext uri="{FF2B5EF4-FFF2-40B4-BE49-F238E27FC236}">
                <a16:creationId xmlns:a16="http://schemas.microsoft.com/office/drawing/2014/main" id="{FC8F4CC3-2893-1ED2-DC02-55CA9AF193C4}"/>
              </a:ext>
            </a:extLst>
          </p:cNvPr>
          <p:cNvSpPr/>
          <p:nvPr/>
        </p:nvSpPr>
        <p:spPr>
          <a:xfrm>
            <a:off x="11200663" y="1263942"/>
            <a:ext cx="498780" cy="498780"/>
          </a:xfrm>
          <a:prstGeom prst="ellipse">
            <a:avLst/>
          </a:prstGeom>
          <a:solidFill>
            <a:srgbClr val="FF0000"/>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2400" kern="0">
                <a:solidFill>
                  <a:schemeClr val="bg1"/>
                </a:solidFill>
                <a:sym typeface="Wingdings" panose="05000000000000000000" pitchFamily="2" charset="2"/>
              </a:rPr>
              <a:t></a:t>
            </a:r>
            <a:endParaRPr lang="en-GB" sz="2400" kern="0">
              <a:solidFill>
                <a:schemeClr val="bg1"/>
              </a:solidFill>
            </a:endParaRPr>
          </a:p>
        </p:txBody>
      </p:sp>
    </p:spTree>
    <p:extLst>
      <p:ext uri="{BB962C8B-B14F-4D97-AF65-F5344CB8AC3E}">
        <p14:creationId xmlns:p14="http://schemas.microsoft.com/office/powerpoint/2010/main" val="1947751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4BB13-DC79-1780-D670-894FA5B4997F}"/>
            </a:ext>
          </a:extLst>
        </p:cNvPr>
        <p:cNvGrpSpPr/>
        <p:nvPr/>
      </p:nvGrpSpPr>
      <p:grpSpPr>
        <a:xfrm>
          <a:off x="0" y="0"/>
          <a:ext cx="0" cy="0"/>
          <a:chOff x="0" y="0"/>
          <a:chExt cx="0" cy="0"/>
        </a:xfrm>
      </p:grpSpPr>
      <p:graphicFrame>
        <p:nvGraphicFramePr>
          <p:cNvPr id="20" name="think-cell data - do not delete" hidden="1">
            <a:extLst>
              <a:ext uri="{FF2B5EF4-FFF2-40B4-BE49-F238E27FC236}">
                <a16:creationId xmlns:a16="http://schemas.microsoft.com/office/drawing/2014/main" id="{1A14B8A9-D2B1-8B42-FC7E-43096E16339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20" name="think-cell data - do not delete" hidden="1">
                        <a:extLst>
                          <a:ext uri="{FF2B5EF4-FFF2-40B4-BE49-F238E27FC236}">
                            <a16:creationId xmlns:a16="http://schemas.microsoft.com/office/drawing/2014/main" id="{1A14B8A9-D2B1-8B42-FC7E-43096E16339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F8E8DDA-2AA4-BF85-F56F-4CDD57322EF3}"/>
              </a:ext>
            </a:extLst>
          </p:cNvPr>
          <p:cNvSpPr>
            <a:spLocks noGrp="1"/>
          </p:cNvSpPr>
          <p:nvPr>
            <p:ph type="title"/>
          </p:nvPr>
        </p:nvSpPr>
        <p:spPr/>
        <p:txBody>
          <a:bodyPr vert="horz"/>
          <a:lstStyle/>
          <a:p>
            <a:r>
              <a:rPr lang="en-GB">
                <a:solidFill>
                  <a:schemeClr val="accent2"/>
                </a:solidFill>
              </a:rPr>
              <a:t>Process Steps: </a:t>
            </a:r>
            <a:r>
              <a:rPr lang="en-GB"/>
              <a:t>future state overview among various use cases</a:t>
            </a:r>
          </a:p>
        </p:txBody>
      </p:sp>
      <p:sp>
        <p:nvSpPr>
          <p:cNvPr id="21" name="Oval 20">
            <a:extLst>
              <a:ext uri="{FF2B5EF4-FFF2-40B4-BE49-F238E27FC236}">
                <a16:creationId xmlns:a16="http://schemas.microsoft.com/office/drawing/2014/main" id="{43E882F4-E50E-023E-3026-A718DF123349}"/>
              </a:ext>
            </a:extLst>
          </p:cNvPr>
          <p:cNvSpPr/>
          <p:nvPr/>
        </p:nvSpPr>
        <p:spPr>
          <a:xfrm>
            <a:off x="41563" y="359109"/>
            <a:ext cx="339159" cy="339159"/>
          </a:xfrm>
          <a:prstGeom prst="ellipse">
            <a:avLst/>
          </a:prstGeom>
          <a:solidFill>
            <a:schemeClr val="accent2"/>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kern="0">
                <a:solidFill>
                  <a:schemeClr val="bg1"/>
                </a:solidFill>
              </a:rPr>
              <a:t>2A</a:t>
            </a:r>
          </a:p>
        </p:txBody>
      </p:sp>
      <p:graphicFrame>
        <p:nvGraphicFramePr>
          <p:cNvPr id="3" name="Table 2">
            <a:extLst>
              <a:ext uri="{FF2B5EF4-FFF2-40B4-BE49-F238E27FC236}">
                <a16:creationId xmlns:a16="http://schemas.microsoft.com/office/drawing/2014/main" id="{4F59A104-19D1-F920-628C-41AD86CC0D89}"/>
              </a:ext>
            </a:extLst>
          </p:cNvPr>
          <p:cNvGraphicFramePr>
            <a:graphicFrameLocks noGrp="1"/>
          </p:cNvGraphicFramePr>
          <p:nvPr/>
        </p:nvGraphicFramePr>
        <p:xfrm>
          <a:off x="457201" y="1325146"/>
          <a:ext cx="11279502" cy="734942"/>
        </p:xfrm>
        <a:graphic>
          <a:graphicData uri="http://schemas.openxmlformats.org/drawingml/2006/table">
            <a:tbl>
              <a:tblPr firstRow="1" bandRow="1"/>
              <a:tblGrid>
                <a:gridCol w="867654">
                  <a:extLst>
                    <a:ext uri="{9D8B030D-6E8A-4147-A177-3AD203B41FA5}">
                      <a16:colId xmlns:a16="http://schemas.microsoft.com/office/drawing/2014/main" val="353998848"/>
                    </a:ext>
                  </a:extLst>
                </a:gridCol>
                <a:gridCol w="867654">
                  <a:extLst>
                    <a:ext uri="{9D8B030D-6E8A-4147-A177-3AD203B41FA5}">
                      <a16:colId xmlns:a16="http://schemas.microsoft.com/office/drawing/2014/main" val="555438161"/>
                    </a:ext>
                  </a:extLst>
                </a:gridCol>
                <a:gridCol w="867654">
                  <a:extLst>
                    <a:ext uri="{9D8B030D-6E8A-4147-A177-3AD203B41FA5}">
                      <a16:colId xmlns:a16="http://schemas.microsoft.com/office/drawing/2014/main" val="602195497"/>
                    </a:ext>
                  </a:extLst>
                </a:gridCol>
                <a:gridCol w="867654">
                  <a:extLst>
                    <a:ext uri="{9D8B030D-6E8A-4147-A177-3AD203B41FA5}">
                      <a16:colId xmlns:a16="http://schemas.microsoft.com/office/drawing/2014/main" val="802492698"/>
                    </a:ext>
                  </a:extLst>
                </a:gridCol>
                <a:gridCol w="867654">
                  <a:extLst>
                    <a:ext uri="{9D8B030D-6E8A-4147-A177-3AD203B41FA5}">
                      <a16:colId xmlns:a16="http://schemas.microsoft.com/office/drawing/2014/main" val="970856802"/>
                    </a:ext>
                  </a:extLst>
                </a:gridCol>
                <a:gridCol w="867654">
                  <a:extLst>
                    <a:ext uri="{9D8B030D-6E8A-4147-A177-3AD203B41FA5}">
                      <a16:colId xmlns:a16="http://schemas.microsoft.com/office/drawing/2014/main" val="2024268365"/>
                    </a:ext>
                  </a:extLst>
                </a:gridCol>
                <a:gridCol w="867654">
                  <a:extLst>
                    <a:ext uri="{9D8B030D-6E8A-4147-A177-3AD203B41FA5}">
                      <a16:colId xmlns:a16="http://schemas.microsoft.com/office/drawing/2014/main" val="1767451978"/>
                    </a:ext>
                  </a:extLst>
                </a:gridCol>
                <a:gridCol w="867654">
                  <a:extLst>
                    <a:ext uri="{9D8B030D-6E8A-4147-A177-3AD203B41FA5}">
                      <a16:colId xmlns:a16="http://schemas.microsoft.com/office/drawing/2014/main" val="3893781383"/>
                    </a:ext>
                  </a:extLst>
                </a:gridCol>
                <a:gridCol w="867654">
                  <a:extLst>
                    <a:ext uri="{9D8B030D-6E8A-4147-A177-3AD203B41FA5}">
                      <a16:colId xmlns:a16="http://schemas.microsoft.com/office/drawing/2014/main" val="2583201269"/>
                    </a:ext>
                  </a:extLst>
                </a:gridCol>
                <a:gridCol w="867654">
                  <a:extLst>
                    <a:ext uri="{9D8B030D-6E8A-4147-A177-3AD203B41FA5}">
                      <a16:colId xmlns:a16="http://schemas.microsoft.com/office/drawing/2014/main" val="1531001032"/>
                    </a:ext>
                  </a:extLst>
                </a:gridCol>
                <a:gridCol w="867654">
                  <a:extLst>
                    <a:ext uri="{9D8B030D-6E8A-4147-A177-3AD203B41FA5}">
                      <a16:colId xmlns:a16="http://schemas.microsoft.com/office/drawing/2014/main" val="2370398537"/>
                    </a:ext>
                  </a:extLst>
                </a:gridCol>
                <a:gridCol w="867654">
                  <a:extLst>
                    <a:ext uri="{9D8B030D-6E8A-4147-A177-3AD203B41FA5}">
                      <a16:colId xmlns:a16="http://schemas.microsoft.com/office/drawing/2014/main" val="2441464998"/>
                    </a:ext>
                  </a:extLst>
                </a:gridCol>
                <a:gridCol w="867654">
                  <a:extLst>
                    <a:ext uri="{9D8B030D-6E8A-4147-A177-3AD203B41FA5}">
                      <a16:colId xmlns:a16="http://schemas.microsoft.com/office/drawing/2014/main" val="343196634"/>
                    </a:ext>
                  </a:extLst>
                </a:gridCol>
              </a:tblGrid>
              <a:tr h="734942">
                <a:tc>
                  <a:txBody>
                    <a:bodyPr/>
                    <a:lstStyle/>
                    <a:p>
                      <a:endParaRPr lang="en-GB" sz="1100" b="1">
                        <a:solidFill>
                          <a:schemeClr val="accent1"/>
                        </a:solidFill>
                        <a:latin typeface="+mj-lt"/>
                      </a:endParaRPr>
                    </a:p>
                  </a:txBody>
                  <a:tcPr>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3361157"/>
                  </a:ext>
                </a:extLst>
              </a:tr>
            </a:tbl>
          </a:graphicData>
        </a:graphic>
      </p:graphicFrame>
      <p:sp>
        <p:nvSpPr>
          <p:cNvPr id="24" name="Pentagon 1">
            <a:extLst>
              <a:ext uri="{FF2B5EF4-FFF2-40B4-BE49-F238E27FC236}">
                <a16:creationId xmlns:a16="http://schemas.microsoft.com/office/drawing/2014/main" id="{A2E72D2B-9DA3-2271-73E6-B68296493B9D}"/>
              </a:ext>
            </a:extLst>
          </p:cNvPr>
          <p:cNvSpPr>
            <a:spLocks/>
          </p:cNvSpPr>
          <p:nvPr/>
        </p:nvSpPr>
        <p:spPr>
          <a:xfrm>
            <a:off x="3908925" y="1673646"/>
            <a:ext cx="997970" cy="354870"/>
          </a:xfrm>
          <a:prstGeom prst="chevron">
            <a:avLst/>
          </a:prstGeom>
          <a:solidFill>
            <a:srgbClr val="94D2A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t" anchorCtr="0" forceAA="0" compatLnSpc="1">
            <a:prstTxWarp prst="textNoShape">
              <a:avLst/>
            </a:prstTxWarp>
            <a:noAutofit/>
          </a:bodyPr>
          <a:lstStyle/>
          <a:p>
            <a:pPr algn="ctr"/>
            <a:r>
              <a:rPr lang="en-GB" sz="800" b="1">
                <a:solidFill>
                  <a:schemeClr val="tx1"/>
                </a:solidFill>
              </a:rPr>
              <a:t>2.1 Develop Quote</a:t>
            </a:r>
          </a:p>
        </p:txBody>
      </p:sp>
      <p:sp>
        <p:nvSpPr>
          <p:cNvPr id="36" name="Pentagon 1">
            <a:extLst>
              <a:ext uri="{FF2B5EF4-FFF2-40B4-BE49-F238E27FC236}">
                <a16:creationId xmlns:a16="http://schemas.microsoft.com/office/drawing/2014/main" id="{F92A44B7-202D-BBD8-6FBE-0114EEB66F8C}"/>
              </a:ext>
            </a:extLst>
          </p:cNvPr>
          <p:cNvSpPr>
            <a:spLocks/>
          </p:cNvSpPr>
          <p:nvPr/>
        </p:nvSpPr>
        <p:spPr>
          <a:xfrm>
            <a:off x="4770274" y="1673646"/>
            <a:ext cx="997970" cy="354870"/>
          </a:xfrm>
          <a:prstGeom prst="chevron">
            <a:avLst/>
          </a:prstGeom>
          <a:solidFill>
            <a:srgbClr val="94D2A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t" anchorCtr="0" forceAA="0" compatLnSpc="1">
            <a:prstTxWarp prst="textNoShape">
              <a:avLst/>
            </a:prstTxWarp>
            <a:noAutofit/>
          </a:bodyPr>
          <a:lstStyle/>
          <a:p>
            <a:pPr algn="ctr"/>
            <a:r>
              <a:rPr lang="en-GB" sz="800" b="1">
                <a:solidFill>
                  <a:schemeClr val="tx1"/>
                </a:solidFill>
              </a:rPr>
              <a:t>2.2 Approve Quote</a:t>
            </a:r>
          </a:p>
        </p:txBody>
      </p:sp>
      <p:sp>
        <p:nvSpPr>
          <p:cNvPr id="38" name="Pentagon 1">
            <a:extLst>
              <a:ext uri="{FF2B5EF4-FFF2-40B4-BE49-F238E27FC236}">
                <a16:creationId xmlns:a16="http://schemas.microsoft.com/office/drawing/2014/main" id="{A5DFF6F2-8100-EA1F-E1E8-2B29ED79F1D7}"/>
              </a:ext>
            </a:extLst>
          </p:cNvPr>
          <p:cNvSpPr>
            <a:spLocks/>
          </p:cNvSpPr>
          <p:nvPr/>
        </p:nvSpPr>
        <p:spPr>
          <a:xfrm>
            <a:off x="5631623" y="1673646"/>
            <a:ext cx="1007950" cy="354870"/>
          </a:xfrm>
          <a:prstGeom prst="chevron">
            <a:avLst/>
          </a:prstGeom>
          <a:solidFill>
            <a:srgbClr val="94D2A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800" b="1">
                <a:solidFill>
                  <a:schemeClr val="tx1"/>
                </a:solidFill>
              </a:rPr>
              <a:t>2.3 Send quote to customer</a:t>
            </a:r>
          </a:p>
        </p:txBody>
      </p:sp>
      <p:sp>
        <p:nvSpPr>
          <p:cNvPr id="39" name="Pentagon 1">
            <a:extLst>
              <a:ext uri="{FF2B5EF4-FFF2-40B4-BE49-F238E27FC236}">
                <a16:creationId xmlns:a16="http://schemas.microsoft.com/office/drawing/2014/main" id="{3FB0716B-0F7F-2107-4FF6-1FA717BE2132}"/>
              </a:ext>
            </a:extLst>
          </p:cNvPr>
          <p:cNvSpPr>
            <a:spLocks/>
          </p:cNvSpPr>
          <p:nvPr/>
        </p:nvSpPr>
        <p:spPr>
          <a:xfrm>
            <a:off x="6502952" y="1673646"/>
            <a:ext cx="997970" cy="354870"/>
          </a:xfrm>
          <a:prstGeom prst="chevron">
            <a:avLst/>
          </a:prstGeom>
          <a:solidFill>
            <a:srgbClr val="94D2A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34290" rIns="0" bIns="34290" numCol="1" spcCol="0" rtlCol="0" fromWordArt="0" anchor="t" anchorCtr="0" forceAA="0" compatLnSpc="1">
            <a:prstTxWarp prst="textNoShape">
              <a:avLst/>
            </a:prstTxWarp>
            <a:noAutofit/>
          </a:bodyPr>
          <a:lstStyle/>
          <a:p>
            <a:pPr algn="ctr"/>
            <a:r>
              <a:rPr lang="en-GB" sz="800" b="1">
                <a:solidFill>
                  <a:schemeClr val="tx1"/>
                </a:solidFill>
              </a:rPr>
              <a:t>2.4 Iterate Quote Drafts</a:t>
            </a:r>
          </a:p>
        </p:txBody>
      </p:sp>
      <p:sp>
        <p:nvSpPr>
          <p:cNvPr id="42" name="Pentagon 1">
            <a:extLst>
              <a:ext uri="{FF2B5EF4-FFF2-40B4-BE49-F238E27FC236}">
                <a16:creationId xmlns:a16="http://schemas.microsoft.com/office/drawing/2014/main" id="{E6653041-4731-D88E-7CF1-C8109B607F83}"/>
              </a:ext>
            </a:extLst>
          </p:cNvPr>
          <p:cNvSpPr>
            <a:spLocks/>
          </p:cNvSpPr>
          <p:nvPr/>
        </p:nvSpPr>
        <p:spPr>
          <a:xfrm>
            <a:off x="8225650" y="1673646"/>
            <a:ext cx="997970" cy="354870"/>
          </a:xfrm>
          <a:prstGeom prst="chevron">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t" anchorCtr="0" forceAA="0" compatLnSpc="1">
            <a:prstTxWarp prst="textNoShape">
              <a:avLst/>
            </a:prstTxWarp>
            <a:noAutofit/>
          </a:bodyPr>
          <a:lstStyle/>
          <a:p>
            <a:pPr algn="ctr"/>
            <a:r>
              <a:rPr lang="en-GB" sz="800" b="1">
                <a:solidFill>
                  <a:schemeClr val="tx1"/>
                </a:solidFill>
              </a:rPr>
              <a:t>3.1 Place order</a:t>
            </a:r>
          </a:p>
        </p:txBody>
      </p:sp>
      <p:sp>
        <p:nvSpPr>
          <p:cNvPr id="43" name="Pentagon 1">
            <a:extLst>
              <a:ext uri="{FF2B5EF4-FFF2-40B4-BE49-F238E27FC236}">
                <a16:creationId xmlns:a16="http://schemas.microsoft.com/office/drawing/2014/main" id="{72DF3165-5E75-E0F3-8DC8-623AA6F45331}"/>
              </a:ext>
            </a:extLst>
          </p:cNvPr>
          <p:cNvSpPr>
            <a:spLocks/>
          </p:cNvSpPr>
          <p:nvPr/>
        </p:nvSpPr>
        <p:spPr>
          <a:xfrm>
            <a:off x="9086999" y="1673646"/>
            <a:ext cx="1028210" cy="354870"/>
          </a:xfrm>
          <a:prstGeom prst="chevron">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t" anchorCtr="0" forceAA="0" compatLnSpc="1">
            <a:prstTxWarp prst="textNoShape">
              <a:avLst/>
            </a:prstTxWarp>
            <a:noAutofit/>
          </a:bodyPr>
          <a:lstStyle/>
          <a:p>
            <a:pPr algn="ctr"/>
            <a:r>
              <a:rPr lang="en-GB" sz="800" b="1">
                <a:solidFill>
                  <a:schemeClr val="tx1"/>
                </a:solidFill>
              </a:rPr>
              <a:t>3.2 Fulfill order</a:t>
            </a:r>
          </a:p>
        </p:txBody>
      </p:sp>
      <p:sp>
        <p:nvSpPr>
          <p:cNvPr id="44" name="Pentagon 1">
            <a:extLst>
              <a:ext uri="{FF2B5EF4-FFF2-40B4-BE49-F238E27FC236}">
                <a16:creationId xmlns:a16="http://schemas.microsoft.com/office/drawing/2014/main" id="{54FCC2EF-0A36-4B20-1476-96CB30D91E75}"/>
              </a:ext>
            </a:extLst>
          </p:cNvPr>
          <p:cNvSpPr>
            <a:spLocks/>
          </p:cNvSpPr>
          <p:nvPr/>
        </p:nvSpPr>
        <p:spPr>
          <a:xfrm>
            <a:off x="10870180" y="1673646"/>
            <a:ext cx="997970" cy="354870"/>
          </a:xfrm>
          <a:prstGeom prst="chevron">
            <a:avLst/>
          </a:prstGeom>
          <a:solidFill>
            <a:srgbClr val="C6EE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t" anchorCtr="0" forceAA="0" compatLnSpc="1">
            <a:prstTxWarp prst="textNoShape">
              <a:avLst/>
            </a:prstTxWarp>
            <a:noAutofit/>
          </a:bodyPr>
          <a:lstStyle/>
          <a:p>
            <a:pPr algn="ctr"/>
            <a:r>
              <a:rPr lang="en-GB" sz="800" b="1">
                <a:solidFill>
                  <a:schemeClr val="tx1"/>
                </a:solidFill>
              </a:rPr>
              <a:t>3.4 Track Win/loss</a:t>
            </a:r>
          </a:p>
        </p:txBody>
      </p:sp>
      <p:sp>
        <p:nvSpPr>
          <p:cNvPr id="46" name="Pentagon 1">
            <a:extLst>
              <a:ext uri="{FF2B5EF4-FFF2-40B4-BE49-F238E27FC236}">
                <a16:creationId xmlns:a16="http://schemas.microsoft.com/office/drawing/2014/main" id="{7F71DD6C-6C1D-AC9E-042F-6196EA386FAE}"/>
              </a:ext>
            </a:extLst>
          </p:cNvPr>
          <p:cNvSpPr>
            <a:spLocks/>
          </p:cNvSpPr>
          <p:nvPr/>
        </p:nvSpPr>
        <p:spPr>
          <a:xfrm>
            <a:off x="3047576" y="1673646"/>
            <a:ext cx="997970" cy="354870"/>
          </a:xfrm>
          <a:prstGeom prst="chevron">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t" anchorCtr="0" forceAA="0" compatLnSpc="1">
            <a:prstTxWarp prst="textNoShape">
              <a:avLst/>
            </a:prstTxWarp>
            <a:noAutofit/>
          </a:bodyPr>
          <a:lstStyle/>
          <a:p>
            <a:pPr algn="ctr"/>
            <a:r>
              <a:rPr lang="en-GB" sz="800" b="1">
                <a:solidFill>
                  <a:schemeClr val="tx1"/>
                </a:solidFill>
              </a:rPr>
              <a:t>1.5 Trials &amp; Samples</a:t>
            </a:r>
          </a:p>
        </p:txBody>
      </p:sp>
      <p:sp>
        <p:nvSpPr>
          <p:cNvPr id="47" name="Pentagon 1">
            <a:extLst>
              <a:ext uri="{FF2B5EF4-FFF2-40B4-BE49-F238E27FC236}">
                <a16:creationId xmlns:a16="http://schemas.microsoft.com/office/drawing/2014/main" id="{06F4C51D-6283-F764-1858-780A6DBDB234}"/>
              </a:ext>
            </a:extLst>
          </p:cNvPr>
          <p:cNvSpPr>
            <a:spLocks/>
          </p:cNvSpPr>
          <p:nvPr/>
        </p:nvSpPr>
        <p:spPr>
          <a:xfrm>
            <a:off x="7364301" y="1673646"/>
            <a:ext cx="997970" cy="354870"/>
          </a:xfrm>
          <a:prstGeom prst="chevron">
            <a:avLst/>
          </a:prstGeom>
          <a:solidFill>
            <a:srgbClr val="C6EE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34290" rIns="0" bIns="34290" numCol="1" spcCol="0" rtlCol="0" fromWordArt="0" anchor="t" anchorCtr="0" forceAA="0" compatLnSpc="1">
            <a:prstTxWarp prst="textNoShape">
              <a:avLst/>
            </a:prstTxWarp>
            <a:noAutofit/>
          </a:bodyPr>
          <a:lstStyle/>
          <a:p>
            <a:pPr algn="ctr"/>
            <a:r>
              <a:rPr lang="en-GB" sz="800" b="1">
                <a:solidFill>
                  <a:schemeClr val="tx1"/>
                </a:solidFill>
              </a:rPr>
              <a:t>2.5 Establish Price in F&amp;O</a:t>
            </a:r>
          </a:p>
        </p:txBody>
      </p:sp>
      <p:sp>
        <p:nvSpPr>
          <p:cNvPr id="49" name="Pentagon 1">
            <a:extLst>
              <a:ext uri="{FF2B5EF4-FFF2-40B4-BE49-F238E27FC236}">
                <a16:creationId xmlns:a16="http://schemas.microsoft.com/office/drawing/2014/main" id="{E7A142B5-917C-87A7-F951-48908969864F}"/>
              </a:ext>
            </a:extLst>
          </p:cNvPr>
          <p:cNvSpPr>
            <a:spLocks/>
          </p:cNvSpPr>
          <p:nvPr/>
        </p:nvSpPr>
        <p:spPr>
          <a:xfrm>
            <a:off x="9978588" y="1673646"/>
            <a:ext cx="1028210" cy="354870"/>
          </a:xfrm>
          <a:prstGeom prst="chevron">
            <a:avLst/>
          </a:prstGeom>
          <a:solidFill>
            <a:srgbClr val="94D2A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t" anchorCtr="0" forceAA="0" compatLnSpc="1">
            <a:prstTxWarp prst="textNoShape">
              <a:avLst/>
            </a:prstTxWarp>
            <a:noAutofit/>
          </a:bodyPr>
          <a:lstStyle/>
          <a:p>
            <a:pPr algn="ctr"/>
            <a:r>
              <a:rPr lang="en-GB" sz="800" b="1">
                <a:solidFill>
                  <a:schemeClr val="tx1"/>
                </a:solidFill>
              </a:rPr>
              <a:t>3.3 Bill to </a:t>
            </a:r>
          </a:p>
          <a:p>
            <a:pPr algn="ctr"/>
            <a:r>
              <a:rPr lang="en-GB" sz="800" b="1">
                <a:solidFill>
                  <a:schemeClr val="tx1"/>
                </a:solidFill>
              </a:rPr>
              <a:t>cash</a:t>
            </a:r>
          </a:p>
        </p:txBody>
      </p:sp>
      <p:sp>
        <p:nvSpPr>
          <p:cNvPr id="50" name="TextBox 49">
            <a:extLst>
              <a:ext uri="{FF2B5EF4-FFF2-40B4-BE49-F238E27FC236}">
                <a16:creationId xmlns:a16="http://schemas.microsoft.com/office/drawing/2014/main" id="{B1F7686C-71E3-87E8-40D7-EE5452E3E848}"/>
              </a:ext>
            </a:extLst>
          </p:cNvPr>
          <p:cNvSpPr txBox="1">
            <a:spLocks/>
          </p:cNvSpPr>
          <p:nvPr/>
        </p:nvSpPr>
        <p:spPr>
          <a:xfrm rot="5400000">
            <a:off x="1099775" y="2369609"/>
            <a:ext cx="369332" cy="739109"/>
          </a:xfrm>
          <a:prstGeom prst="rect">
            <a:avLst/>
          </a:prstGeom>
          <a:noFill/>
        </p:spPr>
        <p:txBody>
          <a:bodyPr vert="vert270" wrap="square" lIns="0" tIns="0" rIns="0" bIns="0" rtlCol="0" anchor="ctr">
            <a:spAutoFit/>
          </a:bodyPr>
          <a:lstStyle/>
          <a:p>
            <a:r>
              <a:rPr lang="en-GB" sz="1200" b="1" kern="0">
                <a:latin typeface="+mj-lt"/>
              </a:rPr>
              <a:t>A. New customer</a:t>
            </a:r>
          </a:p>
        </p:txBody>
      </p:sp>
      <p:sp>
        <p:nvSpPr>
          <p:cNvPr id="5" name="Rectangle 4">
            <a:extLst>
              <a:ext uri="{FF2B5EF4-FFF2-40B4-BE49-F238E27FC236}">
                <a16:creationId xmlns:a16="http://schemas.microsoft.com/office/drawing/2014/main" id="{A201E5D1-D79E-6869-45F2-85581EF97EB2}"/>
              </a:ext>
            </a:extLst>
          </p:cNvPr>
          <p:cNvSpPr/>
          <p:nvPr/>
        </p:nvSpPr>
        <p:spPr>
          <a:xfrm>
            <a:off x="463529" y="1403214"/>
            <a:ext cx="3433637" cy="238815"/>
          </a:xfrm>
          <a:prstGeom prst="rect">
            <a:avLst/>
          </a:prstGeom>
          <a:solidFill>
            <a:schemeClr val="tx1"/>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latin typeface="+mj-lt"/>
              </a:rPr>
              <a:t>1. Discovery &amp; qualification</a:t>
            </a:r>
          </a:p>
        </p:txBody>
      </p:sp>
      <p:sp>
        <p:nvSpPr>
          <p:cNvPr id="11" name="Rectangle 10">
            <a:extLst>
              <a:ext uri="{FF2B5EF4-FFF2-40B4-BE49-F238E27FC236}">
                <a16:creationId xmlns:a16="http://schemas.microsoft.com/office/drawing/2014/main" id="{82705404-68E1-6840-9896-37BA06403B20}"/>
              </a:ext>
            </a:extLst>
          </p:cNvPr>
          <p:cNvSpPr/>
          <p:nvPr/>
        </p:nvSpPr>
        <p:spPr>
          <a:xfrm>
            <a:off x="3949440" y="1403214"/>
            <a:ext cx="4297680" cy="238815"/>
          </a:xfrm>
          <a:prstGeom prst="rect">
            <a:avLst/>
          </a:prstGeom>
          <a:solidFill>
            <a:schemeClr val="tx1"/>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latin typeface="+mj-lt"/>
              </a:rPr>
              <a:t>2. Quoting process and approvals</a:t>
            </a:r>
          </a:p>
        </p:txBody>
      </p:sp>
      <p:sp>
        <p:nvSpPr>
          <p:cNvPr id="12" name="Rectangle 11">
            <a:extLst>
              <a:ext uri="{FF2B5EF4-FFF2-40B4-BE49-F238E27FC236}">
                <a16:creationId xmlns:a16="http://schemas.microsoft.com/office/drawing/2014/main" id="{71B26EF0-C6FB-F6C3-AD56-2644B0E8C873}"/>
              </a:ext>
            </a:extLst>
          </p:cNvPr>
          <p:cNvSpPr/>
          <p:nvPr/>
        </p:nvSpPr>
        <p:spPr>
          <a:xfrm>
            <a:off x="8299394" y="1403214"/>
            <a:ext cx="3457623" cy="238815"/>
          </a:xfrm>
          <a:prstGeom prst="rect">
            <a:avLst/>
          </a:prstGeom>
          <a:solidFill>
            <a:schemeClr val="tx1"/>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latin typeface="+mj-lt"/>
              </a:rPr>
              <a:t>3. Ordering &amp; tracking</a:t>
            </a:r>
          </a:p>
        </p:txBody>
      </p:sp>
      <p:sp>
        <p:nvSpPr>
          <p:cNvPr id="7" name="TextBox 6">
            <a:extLst>
              <a:ext uri="{FF2B5EF4-FFF2-40B4-BE49-F238E27FC236}">
                <a16:creationId xmlns:a16="http://schemas.microsoft.com/office/drawing/2014/main" id="{03F85FF1-C935-2950-A920-935B287F1E6E}"/>
              </a:ext>
            </a:extLst>
          </p:cNvPr>
          <p:cNvSpPr txBox="1">
            <a:spLocks/>
          </p:cNvSpPr>
          <p:nvPr/>
        </p:nvSpPr>
        <p:spPr>
          <a:xfrm rot="5400000">
            <a:off x="1095083" y="3267137"/>
            <a:ext cx="553998" cy="914391"/>
          </a:xfrm>
          <a:prstGeom prst="rect">
            <a:avLst/>
          </a:prstGeom>
          <a:noFill/>
        </p:spPr>
        <p:txBody>
          <a:bodyPr vert="vert270" wrap="square" lIns="0" tIns="0" rIns="0" bIns="0" rtlCol="0" anchor="ctr">
            <a:spAutoFit/>
          </a:bodyPr>
          <a:lstStyle/>
          <a:p>
            <a:r>
              <a:rPr lang="en-GB" sz="1200" b="1" kern="0">
                <a:latin typeface="+mj-lt"/>
              </a:rPr>
              <a:t>B. Existing customer, new product</a:t>
            </a:r>
            <a:r>
              <a:rPr lang="en-GB" sz="1200" b="1" kern="0" baseline="30000">
                <a:latin typeface="+mj-lt"/>
              </a:rPr>
              <a:t>1</a:t>
            </a:r>
            <a:endParaRPr lang="en-GB" sz="1200" b="1" kern="0">
              <a:latin typeface="+mj-lt"/>
            </a:endParaRPr>
          </a:p>
        </p:txBody>
      </p:sp>
      <p:sp>
        <p:nvSpPr>
          <p:cNvPr id="8" name="TextBox 7">
            <a:extLst>
              <a:ext uri="{FF2B5EF4-FFF2-40B4-BE49-F238E27FC236}">
                <a16:creationId xmlns:a16="http://schemas.microsoft.com/office/drawing/2014/main" id="{9B955E6A-E044-C438-B316-AD981DAF25EC}"/>
              </a:ext>
            </a:extLst>
          </p:cNvPr>
          <p:cNvSpPr txBox="1"/>
          <p:nvPr/>
        </p:nvSpPr>
        <p:spPr>
          <a:xfrm rot="5400000">
            <a:off x="923403" y="4312792"/>
            <a:ext cx="738664" cy="755695"/>
          </a:xfrm>
          <a:prstGeom prst="rect">
            <a:avLst/>
          </a:prstGeom>
          <a:noFill/>
        </p:spPr>
        <p:txBody>
          <a:bodyPr vert="vert270" wrap="square" lIns="0" tIns="0" rIns="0" bIns="0" rtlCol="0" anchor="ctr">
            <a:spAutoFit/>
          </a:bodyPr>
          <a:lstStyle/>
          <a:p>
            <a:r>
              <a:rPr lang="en-GB" sz="1200" b="1" kern="0">
                <a:latin typeface="+mj-lt"/>
              </a:rPr>
              <a:t>C. Existing customer, price update</a:t>
            </a:r>
          </a:p>
        </p:txBody>
      </p:sp>
      <p:graphicFrame>
        <p:nvGraphicFramePr>
          <p:cNvPr id="29" name="Table 28">
            <a:extLst>
              <a:ext uri="{FF2B5EF4-FFF2-40B4-BE49-F238E27FC236}">
                <a16:creationId xmlns:a16="http://schemas.microsoft.com/office/drawing/2014/main" id="{5D8C9B76-D7DF-9CF6-88BD-7BFA1ABA19BB}"/>
              </a:ext>
            </a:extLst>
          </p:cNvPr>
          <p:cNvGraphicFramePr>
            <a:graphicFrameLocks noGrp="1"/>
          </p:cNvGraphicFramePr>
          <p:nvPr/>
        </p:nvGraphicFramePr>
        <p:xfrm>
          <a:off x="1899888" y="2695032"/>
          <a:ext cx="9774662" cy="637309"/>
        </p:xfrm>
        <a:graphic>
          <a:graphicData uri="http://schemas.openxmlformats.org/drawingml/2006/table">
            <a:tbl>
              <a:tblPr bandRow="1" bandCol="1">
                <a:tableStyleId>{ED083AE6-46FA-4A59-8FB0-9F97EB10719F}</a:tableStyleId>
              </a:tblPr>
              <a:tblGrid>
                <a:gridCol w="2481815">
                  <a:extLst>
                    <a:ext uri="{9D8B030D-6E8A-4147-A177-3AD203B41FA5}">
                      <a16:colId xmlns:a16="http://schemas.microsoft.com/office/drawing/2014/main" val="1912040057"/>
                    </a:ext>
                  </a:extLst>
                </a:gridCol>
                <a:gridCol w="2481815">
                  <a:extLst>
                    <a:ext uri="{9D8B030D-6E8A-4147-A177-3AD203B41FA5}">
                      <a16:colId xmlns:a16="http://schemas.microsoft.com/office/drawing/2014/main" val="1918011863"/>
                    </a:ext>
                  </a:extLst>
                </a:gridCol>
                <a:gridCol w="2351385">
                  <a:extLst>
                    <a:ext uri="{9D8B030D-6E8A-4147-A177-3AD203B41FA5}">
                      <a16:colId xmlns:a16="http://schemas.microsoft.com/office/drawing/2014/main" val="2955876566"/>
                    </a:ext>
                  </a:extLst>
                </a:gridCol>
                <a:gridCol w="2459647">
                  <a:extLst>
                    <a:ext uri="{9D8B030D-6E8A-4147-A177-3AD203B41FA5}">
                      <a16:colId xmlns:a16="http://schemas.microsoft.com/office/drawing/2014/main" val="2265449604"/>
                    </a:ext>
                  </a:extLst>
                </a:gridCol>
              </a:tblGrid>
              <a:tr h="637309">
                <a:tc>
                  <a:txBody>
                    <a:bodyPr/>
                    <a:lstStyle/>
                    <a:p>
                      <a:pPr marL="0" marR="0" lvl="0" indent="0" algn="l"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u="none" strike="noStrike" kern="0" cap="none" spc="0" normalizeH="0" baseline="0">
                          <a:ln>
                            <a:noFill/>
                          </a:ln>
                          <a:solidFill>
                            <a:schemeClr val="tx1"/>
                          </a:solidFill>
                          <a:effectLst/>
                          <a:uLnTx/>
                          <a:uFillTx/>
                        </a:rPr>
                        <a:t>New customer created in CRM, assigned customer # in F&amp;O, and confirm commercials (e.g., delivery term, ship-to locations)</a:t>
                      </a:r>
                      <a:endParaRPr kumimoji="0" lang="en-GB" sz="900" b="0" i="0" u="none" strike="noStrike" kern="0" cap="none" spc="0" normalizeH="0" baseline="0">
                        <a:ln>
                          <a:noFill/>
                        </a:ln>
                        <a:solidFill>
                          <a:schemeClr val="tx1"/>
                        </a:solidFill>
                        <a:effectLst/>
                        <a:uLnTx/>
                        <a:uFillTx/>
                        <a:latin typeface="Calibri"/>
                        <a:ea typeface="+mn-ea"/>
                        <a:cs typeface="+mn-cs"/>
                      </a:endParaRPr>
                    </a:p>
                  </a:txBody>
                  <a:tcPr marT="41564" marB="41564">
                    <a:lnR w="12700" cap="flat" cmpd="sng" algn="ctr">
                      <a:noFill/>
                      <a:prstDash val="solid"/>
                      <a:round/>
                      <a:headEnd type="none" w="med" len="med"/>
                      <a:tailEnd type="none" w="med" len="med"/>
                    </a:lnR>
                  </a:tcPr>
                </a:tc>
                <a:tc>
                  <a:txBody>
                    <a:bodyPr/>
                    <a:lstStyle/>
                    <a:p>
                      <a:pPr marL="0" marR="0" lvl="0" indent="0" algn="l"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u="none" strike="noStrike" kern="0" cap="none" spc="0" normalizeH="0" baseline="0">
                          <a:ln>
                            <a:noFill/>
                          </a:ln>
                          <a:solidFill>
                            <a:schemeClr val="tx1"/>
                          </a:solidFill>
                          <a:effectLst/>
                          <a:uLnTx/>
                          <a:uFillTx/>
                        </a:rPr>
                        <a:t>Sales Ops confirms correct customer setup in F&amp;O, assign customer segment and check for prior customer family</a:t>
                      </a:r>
                      <a:endParaRPr kumimoji="0" lang="en-GB" sz="900" b="0" i="0" u="none" strike="noStrike" kern="0" cap="none" spc="0" normalizeH="0" baseline="0">
                        <a:ln>
                          <a:noFill/>
                        </a:ln>
                        <a:solidFill>
                          <a:schemeClr val="tx1"/>
                        </a:solidFill>
                        <a:effectLst/>
                        <a:uLnTx/>
                        <a:uFillTx/>
                        <a:latin typeface="Calibri"/>
                        <a:ea typeface="+mn-ea"/>
                        <a:cs typeface="+mn-cs"/>
                      </a:endParaRPr>
                    </a:p>
                  </a:txBody>
                  <a:tcPr marT="41564" marB="41564">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lvl="0" indent="0" algn="ctr"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1" u="none" strike="noStrike" kern="0" cap="none" spc="0" normalizeH="0" baseline="0">
                          <a:ln>
                            <a:noFill/>
                          </a:ln>
                          <a:solidFill>
                            <a:schemeClr val="tx1"/>
                          </a:solidFill>
                          <a:effectLst/>
                          <a:uLnTx/>
                          <a:uFillTx/>
                        </a:rPr>
                        <a:t>N/A</a:t>
                      </a:r>
                    </a:p>
                  </a:txBody>
                  <a:tcPr marT="41564" marB="41564">
                    <a:lnL w="12700" cap="flat" cmpd="sng" algn="ctr">
                      <a:noFill/>
                      <a:prstDash val="solid"/>
                      <a:round/>
                      <a:headEnd type="none" w="med" len="med"/>
                      <a:tailEnd type="none" w="med" len="med"/>
                    </a:lnL>
                    <a:lnR w="12700" cmpd="sng">
                      <a:noFill/>
                    </a:lnR>
                  </a:tcPr>
                </a:tc>
                <a:tc>
                  <a:txBody>
                    <a:bodyPr/>
                    <a:lstStyle/>
                    <a:p>
                      <a:pPr marL="0" marR="0" lvl="0" indent="0" algn="l"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u="none" strike="noStrike" kern="0" cap="none" spc="0" normalizeH="0" baseline="0">
                          <a:ln>
                            <a:noFill/>
                          </a:ln>
                          <a:solidFill>
                            <a:schemeClr val="tx1"/>
                          </a:solidFill>
                          <a:effectLst/>
                          <a:uLnTx/>
                          <a:uFillTx/>
                        </a:rPr>
                        <a:t>Create new opportunity in CRM. Enter high-level revenue and product line expectations tab</a:t>
                      </a:r>
                      <a:endParaRPr kumimoji="0" lang="en-GB" sz="900" b="0" i="0" u="none" strike="noStrike" kern="0" cap="none" spc="0" normalizeH="0" baseline="0">
                        <a:ln>
                          <a:noFill/>
                        </a:ln>
                        <a:solidFill>
                          <a:schemeClr val="tx1"/>
                        </a:solidFill>
                        <a:effectLst/>
                        <a:uLnTx/>
                        <a:uFillTx/>
                        <a:latin typeface="+mn-lt"/>
                        <a:ea typeface="+mn-ea"/>
                        <a:cs typeface="+mn-cs"/>
                      </a:endParaRPr>
                    </a:p>
                  </a:txBody>
                  <a:tcPr marT="41564" marB="41564">
                    <a:lnL w="12700" cap="flat" cmpd="sng" algn="ctr">
                      <a:noFill/>
                      <a:prstDash val="solid"/>
                      <a:round/>
                      <a:headEnd type="none" w="med" len="med"/>
                      <a:tailEnd type="none" w="med" len="med"/>
                    </a:lnL>
                  </a:tcPr>
                </a:tc>
                <a:extLst>
                  <a:ext uri="{0D108BD9-81ED-4DB2-BD59-A6C34878D82A}">
                    <a16:rowId xmlns:a16="http://schemas.microsoft.com/office/drawing/2014/main" val="2423088393"/>
                  </a:ext>
                </a:extLst>
              </a:tr>
            </a:tbl>
          </a:graphicData>
        </a:graphic>
      </p:graphicFrame>
      <p:graphicFrame>
        <p:nvGraphicFramePr>
          <p:cNvPr id="41" name="Table 40">
            <a:extLst>
              <a:ext uri="{FF2B5EF4-FFF2-40B4-BE49-F238E27FC236}">
                <a16:creationId xmlns:a16="http://schemas.microsoft.com/office/drawing/2014/main" id="{8371DE3B-3810-B255-315F-B896058203DB}"/>
              </a:ext>
            </a:extLst>
          </p:cNvPr>
          <p:cNvGraphicFramePr>
            <a:graphicFrameLocks noGrp="1"/>
          </p:cNvGraphicFramePr>
          <p:nvPr/>
        </p:nvGraphicFramePr>
        <p:xfrm>
          <a:off x="1899886" y="3707996"/>
          <a:ext cx="9774664" cy="637309"/>
        </p:xfrm>
        <a:graphic>
          <a:graphicData uri="http://schemas.openxmlformats.org/drawingml/2006/table">
            <a:tbl>
              <a:tblPr bandRow="1">
                <a:tableStyleId>{1E171933-4619-4E11-9A3F-F7608DF75F80}</a:tableStyleId>
              </a:tblPr>
              <a:tblGrid>
                <a:gridCol w="2509611">
                  <a:extLst>
                    <a:ext uri="{9D8B030D-6E8A-4147-A177-3AD203B41FA5}">
                      <a16:colId xmlns:a16="http://schemas.microsoft.com/office/drawing/2014/main" val="3305449802"/>
                    </a:ext>
                  </a:extLst>
                </a:gridCol>
                <a:gridCol w="2509611">
                  <a:extLst>
                    <a:ext uri="{9D8B030D-6E8A-4147-A177-3AD203B41FA5}">
                      <a16:colId xmlns:a16="http://schemas.microsoft.com/office/drawing/2014/main" val="3400485105"/>
                    </a:ext>
                  </a:extLst>
                </a:gridCol>
                <a:gridCol w="2377721">
                  <a:extLst>
                    <a:ext uri="{9D8B030D-6E8A-4147-A177-3AD203B41FA5}">
                      <a16:colId xmlns:a16="http://schemas.microsoft.com/office/drawing/2014/main" val="3588001858"/>
                    </a:ext>
                  </a:extLst>
                </a:gridCol>
                <a:gridCol w="2377721">
                  <a:extLst>
                    <a:ext uri="{9D8B030D-6E8A-4147-A177-3AD203B41FA5}">
                      <a16:colId xmlns:a16="http://schemas.microsoft.com/office/drawing/2014/main" val="294562595"/>
                    </a:ext>
                  </a:extLst>
                </a:gridCol>
              </a:tblGrid>
              <a:tr h="637309">
                <a:tc>
                  <a:txBody>
                    <a:bodyPr/>
                    <a:lstStyle/>
                    <a:p>
                      <a:pPr marL="0" marR="0" lvl="0" indent="0" algn="ctr"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1" u="none" strike="noStrike" kern="0" cap="none" spc="0" normalizeH="0" baseline="0">
                          <a:ln>
                            <a:noFill/>
                          </a:ln>
                          <a:solidFill>
                            <a:schemeClr val="tx1"/>
                          </a:solidFill>
                          <a:effectLst/>
                          <a:uLnTx/>
                          <a:uFillTx/>
                          <a:latin typeface="+mn-lt"/>
                          <a:ea typeface="+mn-ea"/>
                          <a:cs typeface="+mn-cs"/>
                        </a:rPr>
                        <a:t>N/A</a:t>
                      </a:r>
                    </a:p>
                  </a:txBody>
                  <a:tcPr marT="41564" marB="41564"/>
                </a:tc>
                <a:tc>
                  <a:txBody>
                    <a:bodyPr/>
                    <a:lstStyle/>
                    <a:p>
                      <a:pPr marL="0" marR="0" lvl="0" indent="0" algn="ctr"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1" u="none" strike="noStrike" kern="0" cap="none" spc="0" normalizeH="0" baseline="0">
                          <a:ln>
                            <a:noFill/>
                          </a:ln>
                          <a:solidFill>
                            <a:schemeClr val="tx1"/>
                          </a:solidFill>
                          <a:effectLst/>
                          <a:uLnTx/>
                          <a:uFillTx/>
                        </a:rPr>
                        <a:t>N/A</a:t>
                      </a:r>
                    </a:p>
                  </a:txBody>
                  <a:tcPr marT="41564" marB="41564"/>
                </a:tc>
                <a:tc>
                  <a:txBody>
                    <a:bodyPr/>
                    <a:lstStyle/>
                    <a:p>
                      <a:pPr marL="0" marR="0" lvl="0" indent="0" algn="l"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u="none" strike="noStrike" kern="0" cap="none" spc="0" normalizeH="0" baseline="0">
                          <a:ln>
                            <a:noFill/>
                          </a:ln>
                          <a:solidFill>
                            <a:schemeClr val="tx1"/>
                          </a:solidFill>
                          <a:effectLst/>
                          <a:uLnTx/>
                          <a:uFillTx/>
                        </a:rPr>
                        <a:t>Rep verifies that this is a new product without prior pricing terms</a:t>
                      </a:r>
                    </a:p>
                  </a:txBody>
                  <a:tcPr marT="41564" marB="41564"/>
                </a:tc>
                <a:tc>
                  <a:txBody>
                    <a:bodyPr/>
                    <a:lstStyle/>
                    <a:p>
                      <a:pPr marL="0" marR="0" lvl="0" indent="0" algn="l"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u="none" strike="noStrike" kern="0" cap="none" spc="0" normalizeH="0" baseline="0">
                          <a:ln>
                            <a:noFill/>
                          </a:ln>
                          <a:solidFill>
                            <a:schemeClr val="tx1"/>
                          </a:solidFill>
                          <a:effectLst/>
                          <a:uLnTx/>
                          <a:uFillTx/>
                        </a:rPr>
                        <a:t>Create new opportunity in CRM. Enter customer ID and revenue and product line expectations tab. Customer details are pulled automatically</a:t>
                      </a:r>
                      <a:endParaRPr kumimoji="0" lang="en-GB" sz="900" b="0" i="0" u="none" strike="noStrike" kern="0" cap="none" spc="0" normalizeH="0" baseline="0">
                        <a:ln>
                          <a:noFill/>
                        </a:ln>
                        <a:solidFill>
                          <a:schemeClr val="tx1"/>
                        </a:solidFill>
                        <a:effectLst/>
                        <a:uLnTx/>
                        <a:uFillTx/>
                        <a:latin typeface="+mn-lt"/>
                        <a:ea typeface="+mn-ea"/>
                        <a:cs typeface="+mn-cs"/>
                      </a:endParaRPr>
                    </a:p>
                  </a:txBody>
                  <a:tcPr marT="41564" marB="41564"/>
                </a:tc>
                <a:extLst>
                  <a:ext uri="{0D108BD9-81ED-4DB2-BD59-A6C34878D82A}">
                    <a16:rowId xmlns:a16="http://schemas.microsoft.com/office/drawing/2014/main" val="489710205"/>
                  </a:ext>
                </a:extLst>
              </a:tr>
            </a:tbl>
          </a:graphicData>
        </a:graphic>
      </p:graphicFrame>
      <p:sp>
        <p:nvSpPr>
          <p:cNvPr id="10" name="Pentagon 1">
            <a:extLst>
              <a:ext uri="{FF2B5EF4-FFF2-40B4-BE49-F238E27FC236}">
                <a16:creationId xmlns:a16="http://schemas.microsoft.com/office/drawing/2014/main" id="{911FB372-FD77-9A1D-7A0C-C9BAEB4E85DC}"/>
              </a:ext>
            </a:extLst>
          </p:cNvPr>
          <p:cNvSpPr>
            <a:spLocks/>
          </p:cNvSpPr>
          <p:nvPr/>
        </p:nvSpPr>
        <p:spPr>
          <a:xfrm>
            <a:off x="1894509" y="2418769"/>
            <a:ext cx="2570544" cy="266619"/>
          </a:xfrm>
          <a:prstGeom prst="homePlate">
            <a:avLst>
              <a:gd name="adj" fmla="val 49156"/>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1.1 Customer setup request</a:t>
            </a:r>
          </a:p>
        </p:txBody>
      </p:sp>
      <p:sp>
        <p:nvSpPr>
          <p:cNvPr id="22" name="Pentagon 1">
            <a:extLst>
              <a:ext uri="{FF2B5EF4-FFF2-40B4-BE49-F238E27FC236}">
                <a16:creationId xmlns:a16="http://schemas.microsoft.com/office/drawing/2014/main" id="{4F19CED5-0ADD-59EA-6AB9-EE24BDD77412}"/>
              </a:ext>
            </a:extLst>
          </p:cNvPr>
          <p:cNvSpPr>
            <a:spLocks/>
          </p:cNvSpPr>
          <p:nvPr/>
        </p:nvSpPr>
        <p:spPr>
          <a:xfrm>
            <a:off x="9278668" y="2418769"/>
            <a:ext cx="2519894" cy="266619"/>
          </a:xfrm>
          <a:prstGeom prst="chevron">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1.4 Create Opportunity</a:t>
            </a:r>
          </a:p>
        </p:txBody>
      </p:sp>
      <p:sp>
        <p:nvSpPr>
          <p:cNvPr id="45" name="Pentagon 1">
            <a:extLst>
              <a:ext uri="{FF2B5EF4-FFF2-40B4-BE49-F238E27FC236}">
                <a16:creationId xmlns:a16="http://schemas.microsoft.com/office/drawing/2014/main" id="{239D55A3-7096-3F91-E0A0-A6BE97085EDB}"/>
              </a:ext>
            </a:extLst>
          </p:cNvPr>
          <p:cNvSpPr>
            <a:spLocks/>
          </p:cNvSpPr>
          <p:nvPr/>
        </p:nvSpPr>
        <p:spPr>
          <a:xfrm>
            <a:off x="4385579" y="2418769"/>
            <a:ext cx="2519894" cy="266619"/>
          </a:xfrm>
          <a:prstGeom prst="chevron">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1.2 Segment assignment</a:t>
            </a:r>
          </a:p>
        </p:txBody>
      </p:sp>
      <p:graphicFrame>
        <p:nvGraphicFramePr>
          <p:cNvPr id="56" name="Table 55">
            <a:extLst>
              <a:ext uri="{FF2B5EF4-FFF2-40B4-BE49-F238E27FC236}">
                <a16:creationId xmlns:a16="http://schemas.microsoft.com/office/drawing/2014/main" id="{480A709E-AFC8-4FE2-AFAB-0E994B1E1A3C}"/>
              </a:ext>
            </a:extLst>
          </p:cNvPr>
          <p:cNvGraphicFramePr>
            <a:graphicFrameLocks noGrp="1"/>
          </p:cNvGraphicFramePr>
          <p:nvPr/>
        </p:nvGraphicFramePr>
        <p:xfrm>
          <a:off x="1899886" y="4744479"/>
          <a:ext cx="9774665" cy="637309"/>
        </p:xfrm>
        <a:graphic>
          <a:graphicData uri="http://schemas.openxmlformats.org/drawingml/2006/table">
            <a:tbl>
              <a:tblPr bandRow="1">
                <a:tableStyleId>{1E171933-4619-4E11-9A3F-F7608DF75F80}</a:tableStyleId>
              </a:tblPr>
              <a:tblGrid>
                <a:gridCol w="2502228">
                  <a:extLst>
                    <a:ext uri="{9D8B030D-6E8A-4147-A177-3AD203B41FA5}">
                      <a16:colId xmlns:a16="http://schemas.microsoft.com/office/drawing/2014/main" val="533376529"/>
                    </a:ext>
                  </a:extLst>
                </a:gridCol>
                <a:gridCol w="2502228">
                  <a:extLst>
                    <a:ext uri="{9D8B030D-6E8A-4147-A177-3AD203B41FA5}">
                      <a16:colId xmlns:a16="http://schemas.microsoft.com/office/drawing/2014/main" val="3700920973"/>
                    </a:ext>
                  </a:extLst>
                </a:gridCol>
                <a:gridCol w="2370726">
                  <a:extLst>
                    <a:ext uri="{9D8B030D-6E8A-4147-A177-3AD203B41FA5}">
                      <a16:colId xmlns:a16="http://schemas.microsoft.com/office/drawing/2014/main" val="406057796"/>
                    </a:ext>
                  </a:extLst>
                </a:gridCol>
                <a:gridCol w="2399483">
                  <a:extLst>
                    <a:ext uri="{9D8B030D-6E8A-4147-A177-3AD203B41FA5}">
                      <a16:colId xmlns:a16="http://schemas.microsoft.com/office/drawing/2014/main" val="1155172379"/>
                    </a:ext>
                  </a:extLst>
                </a:gridCol>
              </a:tblGrid>
              <a:tr h="637309">
                <a:tc>
                  <a:txBody>
                    <a:bodyPr/>
                    <a:lstStyle/>
                    <a:p>
                      <a:pPr marL="0" marR="0" lvl="0" indent="0" algn="ctr"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1" u="none" strike="noStrike" kern="0" cap="none" spc="0" normalizeH="0" baseline="0">
                          <a:ln>
                            <a:noFill/>
                          </a:ln>
                          <a:solidFill>
                            <a:schemeClr val="tx1"/>
                          </a:solidFill>
                          <a:effectLst/>
                          <a:uLnTx/>
                          <a:uFillTx/>
                          <a:latin typeface="+mn-lt"/>
                          <a:ea typeface="+mn-ea"/>
                          <a:cs typeface="+mn-cs"/>
                        </a:rPr>
                        <a:t>N/A</a:t>
                      </a:r>
                    </a:p>
                  </a:txBody>
                  <a:tcPr marT="41564" marB="41564"/>
                </a:tc>
                <a:tc>
                  <a:txBody>
                    <a:bodyPr/>
                    <a:lstStyle/>
                    <a:p>
                      <a:pPr marL="0" marR="0" lvl="0" indent="0" algn="ctr"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1" u="none" strike="noStrike" kern="0" cap="none" spc="0" normalizeH="0" baseline="0">
                          <a:ln>
                            <a:noFill/>
                          </a:ln>
                          <a:solidFill>
                            <a:schemeClr val="tx1"/>
                          </a:solidFill>
                          <a:effectLst/>
                          <a:uLnTx/>
                          <a:uFillTx/>
                        </a:rPr>
                        <a:t>N/A</a:t>
                      </a:r>
                    </a:p>
                  </a:txBody>
                  <a:tcPr marT="41564" marB="41564"/>
                </a:tc>
                <a:tc>
                  <a:txBody>
                    <a:bodyPr/>
                    <a:lstStyle/>
                    <a:p>
                      <a:pPr marL="0" marR="0" lvl="0" indent="0" algn="l"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u="none" strike="noStrike" kern="0" cap="none" spc="0" normalizeH="0" baseline="0">
                          <a:ln>
                            <a:noFill/>
                          </a:ln>
                          <a:solidFill>
                            <a:schemeClr val="tx1"/>
                          </a:solidFill>
                          <a:effectLst/>
                          <a:uLnTx/>
                          <a:uFillTx/>
                        </a:rPr>
                        <a:t>Rep views current product terms (contract length, price / quantity, etc.) within PriceAdvisor as a reference point for desired update</a:t>
                      </a:r>
                      <a:endParaRPr kumimoji="0" lang="en-GB" sz="900" b="0" i="0" u="none" strike="noStrike" kern="0" cap="none" spc="0" normalizeH="0" baseline="0">
                        <a:ln>
                          <a:noFill/>
                        </a:ln>
                        <a:solidFill>
                          <a:schemeClr val="tx1"/>
                        </a:solidFill>
                        <a:effectLst/>
                        <a:uLnTx/>
                        <a:uFillTx/>
                        <a:latin typeface="+mn-lt"/>
                        <a:ea typeface="+mn-ea"/>
                        <a:cs typeface="+mn-cs"/>
                      </a:endParaRPr>
                    </a:p>
                  </a:txBody>
                  <a:tcPr marT="41564" marB="41564"/>
                </a:tc>
                <a:tc>
                  <a:txBody>
                    <a:bodyPr/>
                    <a:lstStyle/>
                    <a:p>
                      <a:pPr marL="0" marR="0" lvl="0" indent="0" algn="l"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u="none" strike="noStrike" kern="0" cap="none" spc="0" normalizeH="0" baseline="0">
                          <a:ln>
                            <a:noFill/>
                          </a:ln>
                          <a:solidFill>
                            <a:schemeClr val="tx1"/>
                          </a:solidFill>
                          <a:effectLst/>
                          <a:uLnTx/>
                          <a:uFillTx/>
                        </a:rPr>
                        <a:t>Create new opportunity in CRM. Enter customer ID and revenue and product line expectations tab. Customer details are pulled automatically</a:t>
                      </a:r>
                      <a:endParaRPr kumimoji="0" lang="en-GB" sz="900" b="0" i="0" u="none" strike="noStrike" kern="0" cap="none" spc="0" normalizeH="0" baseline="0">
                        <a:ln>
                          <a:noFill/>
                        </a:ln>
                        <a:solidFill>
                          <a:schemeClr val="tx1"/>
                        </a:solidFill>
                        <a:effectLst/>
                        <a:uLnTx/>
                        <a:uFillTx/>
                        <a:latin typeface="+mn-lt"/>
                        <a:ea typeface="+mn-ea"/>
                        <a:cs typeface="+mn-cs"/>
                      </a:endParaRPr>
                    </a:p>
                  </a:txBody>
                  <a:tcPr marT="41564" marB="41564"/>
                </a:tc>
                <a:extLst>
                  <a:ext uri="{0D108BD9-81ED-4DB2-BD59-A6C34878D82A}">
                    <a16:rowId xmlns:a16="http://schemas.microsoft.com/office/drawing/2014/main" val="1134255819"/>
                  </a:ext>
                </a:extLst>
              </a:tr>
            </a:tbl>
          </a:graphicData>
        </a:graphic>
      </p:graphicFrame>
      <p:sp>
        <p:nvSpPr>
          <p:cNvPr id="31" name="TextBox 30">
            <a:extLst>
              <a:ext uri="{FF2B5EF4-FFF2-40B4-BE49-F238E27FC236}">
                <a16:creationId xmlns:a16="http://schemas.microsoft.com/office/drawing/2014/main" id="{CB7152C2-6131-9F36-F891-10B49D628C77}"/>
              </a:ext>
            </a:extLst>
          </p:cNvPr>
          <p:cNvSpPr txBox="1"/>
          <p:nvPr/>
        </p:nvSpPr>
        <p:spPr>
          <a:xfrm>
            <a:off x="9560413" y="240394"/>
            <a:ext cx="383362" cy="153888"/>
          </a:xfrm>
          <a:prstGeom prst="rect">
            <a:avLst/>
          </a:prstGeom>
          <a:solidFill>
            <a:schemeClr val="bg1"/>
          </a:solidFill>
        </p:spPr>
        <p:txBody>
          <a:bodyPr wrap="square" lIns="0" tIns="0" rIns="0" bIns="0">
            <a:spAutoFit/>
          </a:bodyPr>
          <a:lstStyle/>
          <a:p>
            <a:pPr algn="ctr"/>
            <a:r>
              <a:rPr lang="en-GB" sz="1000" b="1"/>
              <a:t>Legend</a:t>
            </a:r>
            <a:endParaRPr lang="en-GB" sz="1000" b="1">
              <a:solidFill>
                <a:schemeClr val="tx1"/>
              </a:solidFill>
            </a:endParaRPr>
          </a:p>
        </p:txBody>
      </p:sp>
      <p:sp>
        <p:nvSpPr>
          <p:cNvPr id="32" name="Rectangle 31">
            <a:extLst>
              <a:ext uri="{FF2B5EF4-FFF2-40B4-BE49-F238E27FC236}">
                <a16:creationId xmlns:a16="http://schemas.microsoft.com/office/drawing/2014/main" id="{8495A1E5-B457-3CDD-D894-1608D2F85C4C}"/>
              </a:ext>
            </a:extLst>
          </p:cNvPr>
          <p:cNvSpPr>
            <a:spLocks/>
          </p:cNvSpPr>
          <p:nvPr/>
        </p:nvSpPr>
        <p:spPr>
          <a:xfrm>
            <a:off x="9486574" y="210232"/>
            <a:ext cx="2315640" cy="917595"/>
          </a:xfrm>
          <a:prstGeom prst="rect">
            <a:avLst/>
          </a:prstGeom>
          <a:noFill/>
          <a:ln w="9525">
            <a:solidFill>
              <a:schemeClr val="bg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365760" tIns="87782" rIns="87782" bIns="87782" rtlCol="0" anchor="ctr"/>
          <a:lstStyle/>
          <a:p>
            <a:pPr>
              <a:spcBef>
                <a:spcPts val="300"/>
              </a:spcBef>
            </a:pPr>
            <a:endParaRPr lang="en-GB" sz="900" kern="0">
              <a:solidFill>
                <a:schemeClr val="tx1"/>
              </a:solidFill>
            </a:endParaRPr>
          </a:p>
          <a:p>
            <a:pPr>
              <a:spcBef>
                <a:spcPts val="300"/>
              </a:spcBef>
            </a:pPr>
            <a:r>
              <a:rPr lang="en-GB" sz="900" kern="0">
                <a:solidFill>
                  <a:schemeClr val="tx1"/>
                </a:solidFill>
              </a:rPr>
              <a:t>No or limited change to current process</a:t>
            </a:r>
          </a:p>
          <a:p>
            <a:pPr>
              <a:spcBef>
                <a:spcPts val="300"/>
              </a:spcBef>
            </a:pPr>
            <a:r>
              <a:rPr lang="en-GB" sz="900" kern="0">
                <a:solidFill>
                  <a:schemeClr val="tx1"/>
                </a:solidFill>
              </a:rPr>
              <a:t>Change to current process &amp; tool</a:t>
            </a:r>
          </a:p>
          <a:p>
            <a:pPr>
              <a:spcBef>
                <a:spcPts val="300"/>
              </a:spcBef>
            </a:pPr>
            <a:r>
              <a:rPr lang="en-GB" sz="900" kern="0">
                <a:solidFill>
                  <a:schemeClr val="tx1"/>
                </a:solidFill>
              </a:rPr>
              <a:t>Core initial pricing tool build</a:t>
            </a:r>
          </a:p>
          <a:p>
            <a:pPr>
              <a:spcBef>
                <a:spcPts val="300"/>
              </a:spcBef>
            </a:pPr>
            <a:r>
              <a:rPr lang="en-GB" sz="900" kern="0">
                <a:solidFill>
                  <a:schemeClr val="tx1"/>
                </a:solidFill>
              </a:rPr>
              <a:t>Enabled fast follower capability</a:t>
            </a:r>
          </a:p>
        </p:txBody>
      </p:sp>
      <p:sp>
        <p:nvSpPr>
          <p:cNvPr id="34" name="Rectangle 33">
            <a:extLst>
              <a:ext uri="{FF2B5EF4-FFF2-40B4-BE49-F238E27FC236}">
                <a16:creationId xmlns:a16="http://schemas.microsoft.com/office/drawing/2014/main" id="{7FD1F916-6DD4-9784-2BD5-242AA6F375AA}"/>
              </a:ext>
            </a:extLst>
          </p:cNvPr>
          <p:cNvSpPr>
            <a:spLocks/>
          </p:cNvSpPr>
          <p:nvPr/>
        </p:nvSpPr>
        <p:spPr>
          <a:xfrm>
            <a:off x="9560413" y="947164"/>
            <a:ext cx="143936" cy="116339"/>
          </a:xfrm>
          <a:prstGeom prst="rect">
            <a:avLst/>
          </a:prstGeom>
          <a:solidFill>
            <a:schemeClr val="accent2">
              <a:lumMod val="20000"/>
              <a:lumOff val="8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365760" tIns="87782" rIns="87782" bIns="87782" rtlCol="0" anchor="ctr"/>
          <a:lstStyle/>
          <a:p>
            <a:endParaRPr lang="en-GB" sz="900" kern="0">
              <a:solidFill>
                <a:schemeClr val="tx1"/>
              </a:solidFill>
            </a:endParaRPr>
          </a:p>
        </p:txBody>
      </p:sp>
      <p:sp>
        <p:nvSpPr>
          <p:cNvPr id="35" name="Rectangle 34">
            <a:extLst>
              <a:ext uri="{FF2B5EF4-FFF2-40B4-BE49-F238E27FC236}">
                <a16:creationId xmlns:a16="http://schemas.microsoft.com/office/drawing/2014/main" id="{1F8CC8DB-42C8-C389-3E71-ACBC19B56209}"/>
              </a:ext>
            </a:extLst>
          </p:cNvPr>
          <p:cNvSpPr>
            <a:spLocks/>
          </p:cNvSpPr>
          <p:nvPr/>
        </p:nvSpPr>
        <p:spPr>
          <a:xfrm>
            <a:off x="9560413" y="466151"/>
            <a:ext cx="143936" cy="116339"/>
          </a:xfrm>
          <a:prstGeom prst="rect">
            <a:avLst/>
          </a:prstGeom>
          <a:solidFill>
            <a:schemeClr val="bg2">
              <a:lumMod val="85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365760" tIns="87782" rIns="87782" bIns="87782" rtlCol="0" anchor="ctr"/>
          <a:lstStyle/>
          <a:p>
            <a:endParaRPr lang="en-GB" sz="900" kern="0">
              <a:solidFill>
                <a:schemeClr val="tx1"/>
              </a:solidFill>
            </a:endParaRPr>
          </a:p>
        </p:txBody>
      </p:sp>
      <p:sp>
        <p:nvSpPr>
          <p:cNvPr id="48" name="Rectangle 47">
            <a:extLst>
              <a:ext uri="{FF2B5EF4-FFF2-40B4-BE49-F238E27FC236}">
                <a16:creationId xmlns:a16="http://schemas.microsoft.com/office/drawing/2014/main" id="{936967A4-A742-C62B-5CAA-1C2DDE14D26D}"/>
              </a:ext>
            </a:extLst>
          </p:cNvPr>
          <p:cNvSpPr>
            <a:spLocks/>
          </p:cNvSpPr>
          <p:nvPr/>
        </p:nvSpPr>
        <p:spPr>
          <a:xfrm>
            <a:off x="9560413" y="623313"/>
            <a:ext cx="143936" cy="116339"/>
          </a:xfrm>
          <a:prstGeom prst="rect">
            <a:avLst/>
          </a:prstGeom>
          <a:solidFill>
            <a:srgbClr val="CAE9D3"/>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365760" tIns="87782" rIns="87782" bIns="87782" rtlCol="0" anchor="ctr"/>
          <a:lstStyle/>
          <a:p>
            <a:endParaRPr lang="en-GB" sz="900" kern="0">
              <a:solidFill>
                <a:schemeClr val="tx1"/>
              </a:solidFill>
            </a:endParaRPr>
          </a:p>
        </p:txBody>
      </p:sp>
      <p:sp>
        <p:nvSpPr>
          <p:cNvPr id="51" name="Rectangle 50">
            <a:extLst>
              <a:ext uri="{FF2B5EF4-FFF2-40B4-BE49-F238E27FC236}">
                <a16:creationId xmlns:a16="http://schemas.microsoft.com/office/drawing/2014/main" id="{0C164535-3EFF-67D9-C1D3-845390B38F31}"/>
              </a:ext>
            </a:extLst>
          </p:cNvPr>
          <p:cNvSpPr>
            <a:spLocks/>
          </p:cNvSpPr>
          <p:nvPr/>
        </p:nvSpPr>
        <p:spPr>
          <a:xfrm>
            <a:off x="9560413" y="785238"/>
            <a:ext cx="143936" cy="116339"/>
          </a:xfrm>
          <a:prstGeom prst="rect">
            <a:avLst/>
          </a:prstGeom>
          <a:solidFill>
            <a:schemeClr val="accent5">
              <a:lumMod val="40000"/>
              <a:lumOff val="6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365760" tIns="87782" rIns="87782" bIns="87782" rtlCol="0" anchor="ctr"/>
          <a:lstStyle/>
          <a:p>
            <a:endParaRPr lang="en-GB" sz="900" kern="0">
              <a:solidFill>
                <a:schemeClr val="tx1"/>
              </a:solidFill>
            </a:endParaRPr>
          </a:p>
        </p:txBody>
      </p:sp>
      <p:sp>
        <p:nvSpPr>
          <p:cNvPr id="26" name="Pentagon 1">
            <a:extLst>
              <a:ext uri="{FF2B5EF4-FFF2-40B4-BE49-F238E27FC236}">
                <a16:creationId xmlns:a16="http://schemas.microsoft.com/office/drawing/2014/main" id="{DEC32825-C8CC-A2DE-85D6-B0B3B4C7D621}"/>
              </a:ext>
            </a:extLst>
          </p:cNvPr>
          <p:cNvSpPr>
            <a:spLocks/>
          </p:cNvSpPr>
          <p:nvPr/>
        </p:nvSpPr>
        <p:spPr>
          <a:xfrm>
            <a:off x="6835705" y="2421031"/>
            <a:ext cx="2519894" cy="266619"/>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1.3 Locate Prior Terms</a:t>
            </a:r>
          </a:p>
        </p:txBody>
      </p:sp>
      <p:sp>
        <p:nvSpPr>
          <p:cNvPr id="28" name="Pentagon 1">
            <a:extLst>
              <a:ext uri="{FF2B5EF4-FFF2-40B4-BE49-F238E27FC236}">
                <a16:creationId xmlns:a16="http://schemas.microsoft.com/office/drawing/2014/main" id="{CBFBCB04-DAF9-63AE-2242-716614BF5888}"/>
              </a:ext>
            </a:extLst>
          </p:cNvPr>
          <p:cNvSpPr>
            <a:spLocks/>
          </p:cNvSpPr>
          <p:nvPr/>
        </p:nvSpPr>
        <p:spPr>
          <a:xfrm>
            <a:off x="1894509" y="3436121"/>
            <a:ext cx="2570544" cy="266619"/>
          </a:xfrm>
          <a:prstGeom prst="homePlate">
            <a:avLst>
              <a:gd name="adj" fmla="val 49156"/>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1.1 Customer setup request</a:t>
            </a:r>
          </a:p>
        </p:txBody>
      </p:sp>
      <p:sp>
        <p:nvSpPr>
          <p:cNvPr id="30" name="Pentagon 1">
            <a:extLst>
              <a:ext uri="{FF2B5EF4-FFF2-40B4-BE49-F238E27FC236}">
                <a16:creationId xmlns:a16="http://schemas.microsoft.com/office/drawing/2014/main" id="{A184651B-A314-001D-2472-658923C17537}"/>
              </a:ext>
            </a:extLst>
          </p:cNvPr>
          <p:cNvSpPr>
            <a:spLocks/>
          </p:cNvSpPr>
          <p:nvPr/>
        </p:nvSpPr>
        <p:spPr>
          <a:xfrm>
            <a:off x="9286984" y="3436121"/>
            <a:ext cx="2519894" cy="266619"/>
          </a:xfrm>
          <a:prstGeom prst="chevron">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1.4 Create Opportunity</a:t>
            </a:r>
          </a:p>
        </p:txBody>
      </p:sp>
      <p:sp>
        <p:nvSpPr>
          <p:cNvPr id="37" name="Pentagon 1">
            <a:extLst>
              <a:ext uri="{FF2B5EF4-FFF2-40B4-BE49-F238E27FC236}">
                <a16:creationId xmlns:a16="http://schemas.microsoft.com/office/drawing/2014/main" id="{9E51A450-5EA4-DAD3-21BF-B0EA998DC489}"/>
              </a:ext>
            </a:extLst>
          </p:cNvPr>
          <p:cNvSpPr>
            <a:spLocks/>
          </p:cNvSpPr>
          <p:nvPr/>
        </p:nvSpPr>
        <p:spPr>
          <a:xfrm>
            <a:off x="4389737" y="3436121"/>
            <a:ext cx="2519894" cy="266619"/>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1.2 Segment assignment</a:t>
            </a:r>
          </a:p>
        </p:txBody>
      </p:sp>
      <p:sp>
        <p:nvSpPr>
          <p:cNvPr id="40" name="Pentagon 1">
            <a:extLst>
              <a:ext uri="{FF2B5EF4-FFF2-40B4-BE49-F238E27FC236}">
                <a16:creationId xmlns:a16="http://schemas.microsoft.com/office/drawing/2014/main" id="{434004B0-FDDC-C5FE-448D-AB315C907E33}"/>
              </a:ext>
            </a:extLst>
          </p:cNvPr>
          <p:cNvSpPr>
            <a:spLocks/>
          </p:cNvSpPr>
          <p:nvPr/>
        </p:nvSpPr>
        <p:spPr>
          <a:xfrm>
            <a:off x="6835705" y="3438383"/>
            <a:ext cx="2519894" cy="266619"/>
          </a:xfrm>
          <a:prstGeom prst="chevron">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1.3 Locate Prior Terms</a:t>
            </a:r>
          </a:p>
        </p:txBody>
      </p:sp>
      <p:sp>
        <p:nvSpPr>
          <p:cNvPr id="57" name="Pentagon 1">
            <a:extLst>
              <a:ext uri="{FF2B5EF4-FFF2-40B4-BE49-F238E27FC236}">
                <a16:creationId xmlns:a16="http://schemas.microsoft.com/office/drawing/2014/main" id="{26F2F39D-3B91-953F-936B-47C5A3A796F5}"/>
              </a:ext>
            </a:extLst>
          </p:cNvPr>
          <p:cNvSpPr>
            <a:spLocks/>
          </p:cNvSpPr>
          <p:nvPr/>
        </p:nvSpPr>
        <p:spPr>
          <a:xfrm>
            <a:off x="1894509" y="4470980"/>
            <a:ext cx="2570544" cy="266619"/>
          </a:xfrm>
          <a:prstGeom prst="homePlate">
            <a:avLst>
              <a:gd name="adj" fmla="val 49156"/>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1.1 Customer setup request</a:t>
            </a:r>
          </a:p>
        </p:txBody>
      </p:sp>
      <p:sp>
        <p:nvSpPr>
          <p:cNvPr id="58" name="Pentagon 1">
            <a:extLst>
              <a:ext uri="{FF2B5EF4-FFF2-40B4-BE49-F238E27FC236}">
                <a16:creationId xmlns:a16="http://schemas.microsoft.com/office/drawing/2014/main" id="{2AD391A3-8386-4B4D-6651-3D93237863A3}"/>
              </a:ext>
            </a:extLst>
          </p:cNvPr>
          <p:cNvSpPr>
            <a:spLocks/>
          </p:cNvSpPr>
          <p:nvPr/>
        </p:nvSpPr>
        <p:spPr>
          <a:xfrm>
            <a:off x="9286984" y="4470980"/>
            <a:ext cx="2519894" cy="266619"/>
          </a:xfrm>
          <a:prstGeom prst="chevron">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1.4 Create Opportunity</a:t>
            </a:r>
          </a:p>
        </p:txBody>
      </p:sp>
      <p:sp>
        <p:nvSpPr>
          <p:cNvPr id="59" name="Pentagon 1">
            <a:extLst>
              <a:ext uri="{FF2B5EF4-FFF2-40B4-BE49-F238E27FC236}">
                <a16:creationId xmlns:a16="http://schemas.microsoft.com/office/drawing/2014/main" id="{77234A9E-4894-292E-92CD-86FE26D0BFA3}"/>
              </a:ext>
            </a:extLst>
          </p:cNvPr>
          <p:cNvSpPr>
            <a:spLocks/>
          </p:cNvSpPr>
          <p:nvPr/>
        </p:nvSpPr>
        <p:spPr>
          <a:xfrm>
            <a:off x="4389737" y="4470980"/>
            <a:ext cx="2519894" cy="266619"/>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1.2 Segment assignment</a:t>
            </a:r>
          </a:p>
        </p:txBody>
      </p:sp>
      <p:sp>
        <p:nvSpPr>
          <p:cNvPr id="66" name="Pentagon 1">
            <a:extLst>
              <a:ext uri="{FF2B5EF4-FFF2-40B4-BE49-F238E27FC236}">
                <a16:creationId xmlns:a16="http://schemas.microsoft.com/office/drawing/2014/main" id="{7A7B99AE-EA90-4455-2D58-CF0A4E52D6E0}"/>
              </a:ext>
            </a:extLst>
          </p:cNvPr>
          <p:cNvSpPr>
            <a:spLocks/>
          </p:cNvSpPr>
          <p:nvPr/>
        </p:nvSpPr>
        <p:spPr>
          <a:xfrm>
            <a:off x="6835705" y="4473242"/>
            <a:ext cx="2519894" cy="266619"/>
          </a:xfrm>
          <a:prstGeom prst="chevron">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1.3 Locate Prior Terms</a:t>
            </a:r>
          </a:p>
        </p:txBody>
      </p:sp>
      <p:cxnSp>
        <p:nvCxnSpPr>
          <p:cNvPr id="67" name="Connector: Elbow 66">
            <a:extLst>
              <a:ext uri="{FF2B5EF4-FFF2-40B4-BE49-F238E27FC236}">
                <a16:creationId xmlns:a16="http://schemas.microsoft.com/office/drawing/2014/main" id="{39BAA5B6-4012-2D98-606D-B0055C423936}"/>
              </a:ext>
            </a:extLst>
          </p:cNvPr>
          <p:cNvCxnSpPr>
            <a:cxnSpLocks/>
            <a:endCxn id="29" idx="1"/>
          </p:cNvCxnSpPr>
          <p:nvPr/>
        </p:nvCxnSpPr>
        <p:spPr>
          <a:xfrm>
            <a:off x="834436" y="2033134"/>
            <a:ext cx="1065452" cy="980552"/>
          </a:xfrm>
          <a:prstGeom prst="bentConnector3">
            <a:avLst>
              <a:gd name="adj1" fmla="val 1332"/>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4C6E1929-3EEC-3B71-007A-BC033E54CD3F}"/>
              </a:ext>
            </a:extLst>
          </p:cNvPr>
          <p:cNvCxnSpPr>
            <a:cxnSpLocks/>
          </p:cNvCxnSpPr>
          <p:nvPr/>
        </p:nvCxnSpPr>
        <p:spPr>
          <a:xfrm rot="16200000" flipH="1">
            <a:off x="388249" y="2489944"/>
            <a:ext cx="1966903" cy="1044050"/>
          </a:xfrm>
          <a:prstGeom prst="bentConnector2">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84AC3371-7857-D925-2DC4-8B46A19AA37D}"/>
              </a:ext>
            </a:extLst>
          </p:cNvPr>
          <p:cNvCxnSpPr>
            <a:cxnSpLocks/>
            <a:endCxn id="56" idx="1"/>
          </p:cNvCxnSpPr>
          <p:nvPr/>
        </p:nvCxnSpPr>
        <p:spPr>
          <a:xfrm rot="16200000" flipH="1">
            <a:off x="-149580" y="3013666"/>
            <a:ext cx="3049503" cy="1049429"/>
          </a:xfrm>
          <a:prstGeom prst="bentConnector2">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Footnote">
            <a:extLst>
              <a:ext uri="{FF2B5EF4-FFF2-40B4-BE49-F238E27FC236}">
                <a16:creationId xmlns:a16="http://schemas.microsoft.com/office/drawing/2014/main" id="{17A5E183-68DF-C971-96D7-D4843C131136}"/>
              </a:ext>
            </a:extLst>
          </p:cNvPr>
          <p:cNvSpPr/>
          <p:nvPr/>
        </p:nvSpPr>
        <p:spPr>
          <a:xfrm>
            <a:off x="457200" y="6460569"/>
            <a:ext cx="11277600" cy="123111"/>
          </a:xfrm>
          <a:prstGeom prst="rect">
            <a:avLst/>
          </a:prstGeom>
        </p:spPr>
        <p:txBody>
          <a:bodyPr vert="horz" lIns="0" tIns="0" rIns="0" bIns="0" rtlCol="0" anchor="b" anchorCtr="0">
            <a:spAutoFit/>
          </a:bodyPr>
          <a:lstStyle/>
          <a:p>
            <a:pPr defTabSz="914370"/>
            <a:r>
              <a:rPr lang="en-GB" sz="800" kern="0"/>
              <a:t>1. Includes new customer ship-to location under current customer family</a:t>
            </a:r>
          </a:p>
        </p:txBody>
      </p:sp>
      <p:graphicFrame>
        <p:nvGraphicFramePr>
          <p:cNvPr id="86" name="Table 85">
            <a:extLst>
              <a:ext uri="{FF2B5EF4-FFF2-40B4-BE49-F238E27FC236}">
                <a16:creationId xmlns:a16="http://schemas.microsoft.com/office/drawing/2014/main" id="{4F859749-0D55-DA4C-6B25-F53A5EE91AF4}"/>
              </a:ext>
            </a:extLst>
          </p:cNvPr>
          <p:cNvGraphicFramePr>
            <a:graphicFrameLocks noGrp="1"/>
          </p:cNvGraphicFramePr>
          <p:nvPr/>
        </p:nvGraphicFramePr>
        <p:xfrm>
          <a:off x="1899886" y="5754540"/>
          <a:ext cx="9774665" cy="637309"/>
        </p:xfrm>
        <a:graphic>
          <a:graphicData uri="http://schemas.openxmlformats.org/drawingml/2006/table">
            <a:tbl>
              <a:tblPr bandRow="1">
                <a:tableStyleId>{1E171933-4619-4E11-9A3F-F7608DF75F80}</a:tableStyleId>
              </a:tblPr>
              <a:tblGrid>
                <a:gridCol w="2502228">
                  <a:extLst>
                    <a:ext uri="{9D8B030D-6E8A-4147-A177-3AD203B41FA5}">
                      <a16:colId xmlns:a16="http://schemas.microsoft.com/office/drawing/2014/main" val="533376529"/>
                    </a:ext>
                  </a:extLst>
                </a:gridCol>
                <a:gridCol w="2502228">
                  <a:extLst>
                    <a:ext uri="{9D8B030D-6E8A-4147-A177-3AD203B41FA5}">
                      <a16:colId xmlns:a16="http://schemas.microsoft.com/office/drawing/2014/main" val="3700920973"/>
                    </a:ext>
                  </a:extLst>
                </a:gridCol>
                <a:gridCol w="2370726">
                  <a:extLst>
                    <a:ext uri="{9D8B030D-6E8A-4147-A177-3AD203B41FA5}">
                      <a16:colId xmlns:a16="http://schemas.microsoft.com/office/drawing/2014/main" val="406057796"/>
                    </a:ext>
                  </a:extLst>
                </a:gridCol>
                <a:gridCol w="2399483">
                  <a:extLst>
                    <a:ext uri="{9D8B030D-6E8A-4147-A177-3AD203B41FA5}">
                      <a16:colId xmlns:a16="http://schemas.microsoft.com/office/drawing/2014/main" val="1155172379"/>
                    </a:ext>
                  </a:extLst>
                </a:gridCol>
              </a:tblGrid>
              <a:tr h="637309">
                <a:tc>
                  <a:txBody>
                    <a:bodyPr/>
                    <a:lstStyle/>
                    <a:p>
                      <a:pPr marL="0" marR="0" lvl="0" indent="0" algn="ctr"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1" u="none" strike="noStrike" kern="0" cap="none" spc="0" normalizeH="0" baseline="0">
                          <a:ln>
                            <a:noFill/>
                          </a:ln>
                          <a:solidFill>
                            <a:schemeClr val="tx1"/>
                          </a:solidFill>
                          <a:effectLst/>
                          <a:uLnTx/>
                          <a:uFillTx/>
                          <a:latin typeface="+mn-lt"/>
                          <a:ea typeface="+mn-ea"/>
                          <a:cs typeface="+mn-cs"/>
                        </a:rPr>
                        <a:t>N/A</a:t>
                      </a:r>
                    </a:p>
                  </a:txBody>
                  <a:tcPr marT="41564" marB="41564"/>
                </a:tc>
                <a:tc>
                  <a:txBody>
                    <a:bodyPr/>
                    <a:lstStyle/>
                    <a:p>
                      <a:pPr marL="0" marR="0" lvl="0" indent="0" algn="ctr"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1" u="none" strike="noStrike" kern="0" cap="none" spc="0" normalizeH="0" baseline="0">
                          <a:ln>
                            <a:noFill/>
                          </a:ln>
                          <a:solidFill>
                            <a:schemeClr val="tx1"/>
                          </a:solidFill>
                          <a:effectLst/>
                          <a:uLnTx/>
                          <a:uFillTx/>
                        </a:rPr>
                        <a:t>N/A</a:t>
                      </a:r>
                    </a:p>
                  </a:txBody>
                  <a:tcPr marT="41564" marB="41564"/>
                </a:tc>
                <a:tc>
                  <a:txBody>
                    <a:bodyPr/>
                    <a:lstStyle/>
                    <a:p>
                      <a:pPr marL="0" marR="0" lvl="0" indent="0" algn="l"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u="none" strike="noStrike" kern="0" cap="none" spc="0" normalizeH="0" baseline="0">
                          <a:ln>
                            <a:noFill/>
                          </a:ln>
                          <a:solidFill>
                            <a:schemeClr val="tx1"/>
                          </a:solidFill>
                          <a:effectLst/>
                          <a:uLnTx/>
                          <a:uFillTx/>
                        </a:rPr>
                        <a:t>Rep views current product terms (contract length, price / quantity, etc.) within PriceAdvisor as a reference point for desired update</a:t>
                      </a:r>
                      <a:endParaRPr kumimoji="0" lang="en-GB" sz="900" b="0" i="0" u="none" strike="noStrike" kern="0" cap="none" spc="0" normalizeH="0" baseline="0">
                        <a:ln>
                          <a:noFill/>
                        </a:ln>
                        <a:solidFill>
                          <a:schemeClr val="tx1"/>
                        </a:solidFill>
                        <a:effectLst/>
                        <a:uLnTx/>
                        <a:uFillTx/>
                        <a:latin typeface="+mn-lt"/>
                        <a:ea typeface="+mn-ea"/>
                        <a:cs typeface="+mn-cs"/>
                      </a:endParaRPr>
                    </a:p>
                  </a:txBody>
                  <a:tcPr marT="41564" marB="41564"/>
                </a:tc>
                <a:tc>
                  <a:txBody>
                    <a:bodyPr/>
                    <a:lstStyle/>
                    <a:p>
                      <a:pPr marL="0" marR="0" lvl="0" indent="0" algn="ctr"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1" u="none" strike="noStrike" kern="0" cap="none" spc="0" normalizeH="0" baseline="0">
                          <a:ln>
                            <a:noFill/>
                          </a:ln>
                          <a:solidFill>
                            <a:schemeClr val="tx1"/>
                          </a:solidFill>
                          <a:effectLst/>
                          <a:uLnTx/>
                          <a:uFillTx/>
                        </a:rPr>
                        <a:t>N/A</a:t>
                      </a:r>
                      <a:endParaRPr kumimoji="0" lang="en-GB" sz="900" b="0" i="1" u="none" strike="noStrike" kern="0" cap="none" spc="0" normalizeH="0" baseline="0">
                        <a:ln>
                          <a:noFill/>
                        </a:ln>
                        <a:solidFill>
                          <a:schemeClr val="tx1"/>
                        </a:solidFill>
                        <a:effectLst/>
                        <a:uLnTx/>
                        <a:uFillTx/>
                        <a:latin typeface="+mn-lt"/>
                        <a:ea typeface="+mn-ea"/>
                        <a:cs typeface="+mn-cs"/>
                      </a:endParaRPr>
                    </a:p>
                  </a:txBody>
                  <a:tcPr marT="41564" marB="41564"/>
                </a:tc>
                <a:extLst>
                  <a:ext uri="{0D108BD9-81ED-4DB2-BD59-A6C34878D82A}">
                    <a16:rowId xmlns:a16="http://schemas.microsoft.com/office/drawing/2014/main" val="1134255819"/>
                  </a:ext>
                </a:extLst>
              </a:tr>
            </a:tbl>
          </a:graphicData>
        </a:graphic>
      </p:graphicFrame>
      <p:sp>
        <p:nvSpPr>
          <p:cNvPr id="87" name="Pentagon 1">
            <a:extLst>
              <a:ext uri="{FF2B5EF4-FFF2-40B4-BE49-F238E27FC236}">
                <a16:creationId xmlns:a16="http://schemas.microsoft.com/office/drawing/2014/main" id="{2FE1D1CD-1157-6374-241E-3109953087F2}"/>
              </a:ext>
            </a:extLst>
          </p:cNvPr>
          <p:cNvSpPr>
            <a:spLocks/>
          </p:cNvSpPr>
          <p:nvPr/>
        </p:nvSpPr>
        <p:spPr>
          <a:xfrm>
            <a:off x="1894509" y="5481041"/>
            <a:ext cx="2570544" cy="266619"/>
          </a:xfrm>
          <a:prstGeom prst="homePlate">
            <a:avLst>
              <a:gd name="adj" fmla="val 49156"/>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1.1 Customer setup request</a:t>
            </a:r>
          </a:p>
        </p:txBody>
      </p:sp>
      <p:sp>
        <p:nvSpPr>
          <p:cNvPr id="88" name="Pentagon 1">
            <a:extLst>
              <a:ext uri="{FF2B5EF4-FFF2-40B4-BE49-F238E27FC236}">
                <a16:creationId xmlns:a16="http://schemas.microsoft.com/office/drawing/2014/main" id="{22FFF902-60D1-B89A-65FD-C209C547B3D5}"/>
              </a:ext>
            </a:extLst>
          </p:cNvPr>
          <p:cNvSpPr>
            <a:spLocks/>
          </p:cNvSpPr>
          <p:nvPr/>
        </p:nvSpPr>
        <p:spPr>
          <a:xfrm>
            <a:off x="9286984" y="5481041"/>
            <a:ext cx="2519894" cy="266619"/>
          </a:xfrm>
          <a:prstGeom prst="chevron">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1.4 Create Opportunity</a:t>
            </a:r>
          </a:p>
        </p:txBody>
      </p:sp>
      <p:sp>
        <p:nvSpPr>
          <p:cNvPr id="89" name="Pentagon 1">
            <a:extLst>
              <a:ext uri="{FF2B5EF4-FFF2-40B4-BE49-F238E27FC236}">
                <a16:creationId xmlns:a16="http://schemas.microsoft.com/office/drawing/2014/main" id="{362D717A-DD07-DBF9-6628-FC336011DE04}"/>
              </a:ext>
            </a:extLst>
          </p:cNvPr>
          <p:cNvSpPr>
            <a:spLocks/>
          </p:cNvSpPr>
          <p:nvPr/>
        </p:nvSpPr>
        <p:spPr>
          <a:xfrm>
            <a:off x="4389737" y="5481041"/>
            <a:ext cx="2519894" cy="266619"/>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1.2 Segment assignment</a:t>
            </a:r>
          </a:p>
        </p:txBody>
      </p:sp>
      <p:sp>
        <p:nvSpPr>
          <p:cNvPr id="90" name="Pentagon 1">
            <a:extLst>
              <a:ext uri="{FF2B5EF4-FFF2-40B4-BE49-F238E27FC236}">
                <a16:creationId xmlns:a16="http://schemas.microsoft.com/office/drawing/2014/main" id="{366E37C3-D008-474F-A1B3-EB17140FBBE5}"/>
              </a:ext>
            </a:extLst>
          </p:cNvPr>
          <p:cNvSpPr>
            <a:spLocks/>
          </p:cNvSpPr>
          <p:nvPr/>
        </p:nvSpPr>
        <p:spPr>
          <a:xfrm>
            <a:off x="6835705" y="5483303"/>
            <a:ext cx="2519894" cy="266619"/>
          </a:xfrm>
          <a:prstGeom prst="chevron">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1.3 Locate Prior Terms</a:t>
            </a:r>
          </a:p>
        </p:txBody>
      </p:sp>
      <p:sp>
        <p:nvSpPr>
          <p:cNvPr id="91" name="TextBox 90">
            <a:extLst>
              <a:ext uri="{FF2B5EF4-FFF2-40B4-BE49-F238E27FC236}">
                <a16:creationId xmlns:a16="http://schemas.microsoft.com/office/drawing/2014/main" id="{19B5955E-3C63-591D-4E39-C4A33A972C32}"/>
              </a:ext>
            </a:extLst>
          </p:cNvPr>
          <p:cNvSpPr txBox="1"/>
          <p:nvPr/>
        </p:nvSpPr>
        <p:spPr>
          <a:xfrm rot="5400000">
            <a:off x="1017888" y="5219675"/>
            <a:ext cx="738664" cy="914391"/>
          </a:xfrm>
          <a:prstGeom prst="rect">
            <a:avLst/>
          </a:prstGeom>
          <a:noFill/>
        </p:spPr>
        <p:txBody>
          <a:bodyPr vert="vert270" wrap="square" lIns="0" tIns="0" rIns="0" bIns="0" rtlCol="0" anchor="ctr">
            <a:spAutoFit/>
          </a:bodyPr>
          <a:lstStyle/>
          <a:p>
            <a:r>
              <a:rPr lang="en-GB" sz="1200" b="1" kern="0">
                <a:latin typeface="+mj-lt"/>
              </a:rPr>
              <a:t>D. Existing customer, product update</a:t>
            </a:r>
          </a:p>
        </p:txBody>
      </p:sp>
      <p:cxnSp>
        <p:nvCxnSpPr>
          <p:cNvPr id="94" name="Connector: Elbow 93">
            <a:extLst>
              <a:ext uri="{FF2B5EF4-FFF2-40B4-BE49-F238E27FC236}">
                <a16:creationId xmlns:a16="http://schemas.microsoft.com/office/drawing/2014/main" id="{461DF280-73DA-35FA-ABC9-BAAEC44B2AA1}"/>
              </a:ext>
            </a:extLst>
          </p:cNvPr>
          <p:cNvCxnSpPr>
            <a:cxnSpLocks/>
            <a:endCxn id="86" idx="1"/>
          </p:cNvCxnSpPr>
          <p:nvPr/>
        </p:nvCxnSpPr>
        <p:spPr>
          <a:xfrm rot="16200000" flipH="1">
            <a:off x="-644844" y="3528464"/>
            <a:ext cx="4040026" cy="1049434"/>
          </a:xfrm>
          <a:prstGeom prst="bentConnector2">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Pentagon 1">
            <a:extLst>
              <a:ext uri="{FF2B5EF4-FFF2-40B4-BE49-F238E27FC236}">
                <a16:creationId xmlns:a16="http://schemas.microsoft.com/office/drawing/2014/main" id="{F5BEEC72-9DBE-E50B-4BE7-34B957233CCF}"/>
              </a:ext>
            </a:extLst>
          </p:cNvPr>
          <p:cNvSpPr>
            <a:spLocks/>
          </p:cNvSpPr>
          <p:nvPr/>
        </p:nvSpPr>
        <p:spPr>
          <a:xfrm>
            <a:off x="463529" y="1673646"/>
            <a:ext cx="2690428" cy="354870"/>
          </a:xfrm>
          <a:prstGeom prst="homePlate">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800" b="1">
                <a:solidFill>
                  <a:schemeClr val="tx1"/>
                </a:solidFill>
              </a:rPr>
              <a:t>Process differs 1.1 to 1.4</a:t>
            </a:r>
          </a:p>
        </p:txBody>
      </p:sp>
    </p:spTree>
    <p:extLst>
      <p:ext uri="{BB962C8B-B14F-4D97-AF65-F5344CB8AC3E}">
        <p14:creationId xmlns:p14="http://schemas.microsoft.com/office/powerpoint/2010/main" val="328270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BE39D-236F-461B-7FBF-E32437672A2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AF45416-F560-9EAC-F8A4-2F1263EE0A7E}"/>
              </a:ext>
            </a:extLst>
          </p:cNvPr>
          <p:cNvSpPr>
            <a:spLocks noGrp="1"/>
          </p:cNvSpPr>
          <p:nvPr>
            <p:ph type="body" sz="quarter" idx="12"/>
          </p:nvPr>
        </p:nvSpPr>
        <p:spPr>
          <a:xfrm>
            <a:off x="457200" y="1874728"/>
            <a:ext cx="8348472" cy="2708434"/>
          </a:xfrm>
        </p:spPr>
        <p:txBody>
          <a:bodyPr/>
          <a:lstStyle/>
          <a:p>
            <a:r>
              <a:rPr lang="en-US" sz="8800" dirty="0"/>
              <a:t>focus for the next 1-2 weeks</a:t>
            </a:r>
          </a:p>
        </p:txBody>
      </p:sp>
    </p:spTree>
    <p:extLst>
      <p:ext uri="{BB962C8B-B14F-4D97-AF65-F5344CB8AC3E}">
        <p14:creationId xmlns:p14="http://schemas.microsoft.com/office/powerpoint/2010/main" val="3212902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BA5B3-D536-2E8E-0204-DD6B710B0E4D}"/>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30EB918-559F-2CC7-4840-55227B4E8025}"/>
              </a:ext>
            </a:extLst>
          </p:cNvPr>
          <p:cNvGraphicFramePr>
            <a:graphicFrameLocks noChangeAspect="1"/>
          </p:cNvGraphicFramePr>
          <p:nvPr>
            <p:custDataLst>
              <p:tags r:id="rId1"/>
            </p:custDataLst>
            <p:extLst>
              <p:ext uri="{D42A27DB-BD31-4B8C-83A1-F6EECF244321}">
                <p14:modId xmlns:p14="http://schemas.microsoft.com/office/powerpoint/2010/main" val="39302757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5" name="think-cell data - do not delete" hidden="1">
                        <a:extLst>
                          <a:ext uri="{FF2B5EF4-FFF2-40B4-BE49-F238E27FC236}">
                            <a16:creationId xmlns:a16="http://schemas.microsoft.com/office/drawing/2014/main" id="{330EB918-559F-2CC7-4840-55227B4E80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ECC3D43-7809-F3A4-1F98-6EE4A81E0710}"/>
              </a:ext>
            </a:extLst>
          </p:cNvPr>
          <p:cNvSpPr>
            <a:spLocks noGrp="1"/>
          </p:cNvSpPr>
          <p:nvPr>
            <p:ph type="title"/>
          </p:nvPr>
        </p:nvSpPr>
        <p:spPr/>
        <p:txBody>
          <a:bodyPr vert="horz"/>
          <a:lstStyle/>
          <a:p>
            <a:r>
              <a:rPr lang="en-GB" dirty="0"/>
              <a:t>comparing to similar past deals</a:t>
            </a:r>
          </a:p>
        </p:txBody>
      </p:sp>
      <p:pic>
        <p:nvPicPr>
          <p:cNvPr id="4" name="Picture 3">
            <a:extLst>
              <a:ext uri="{FF2B5EF4-FFF2-40B4-BE49-F238E27FC236}">
                <a16:creationId xmlns:a16="http://schemas.microsoft.com/office/drawing/2014/main" id="{83CBCE43-ECA9-B49D-ADE9-A44BA0237922}"/>
              </a:ext>
            </a:extLst>
          </p:cNvPr>
          <p:cNvPicPr>
            <a:picLocks noChangeAspect="1"/>
          </p:cNvPicPr>
          <p:nvPr/>
        </p:nvPicPr>
        <p:blipFill>
          <a:blip r:embed="rId6"/>
          <a:stretch>
            <a:fillRect/>
          </a:stretch>
        </p:blipFill>
        <p:spPr>
          <a:xfrm>
            <a:off x="4086231" y="1183999"/>
            <a:ext cx="7648569" cy="5216801"/>
          </a:xfrm>
          <a:prstGeom prst="rect">
            <a:avLst/>
          </a:prstGeom>
        </p:spPr>
      </p:pic>
      <p:sp>
        <p:nvSpPr>
          <p:cNvPr id="21" name="Content Placeholder 31">
            <a:extLst>
              <a:ext uri="{FF2B5EF4-FFF2-40B4-BE49-F238E27FC236}">
                <a16:creationId xmlns:a16="http://schemas.microsoft.com/office/drawing/2014/main" id="{FF0AD1D6-F32D-4EEC-AB66-20807139B99F}"/>
              </a:ext>
            </a:extLst>
          </p:cNvPr>
          <p:cNvSpPr>
            <a:spLocks noGrp="1"/>
          </p:cNvSpPr>
          <p:nvPr>
            <p:ph sz="half" idx="11"/>
          </p:nvPr>
        </p:nvSpPr>
        <p:spPr>
          <a:xfrm>
            <a:off x="457200" y="1397000"/>
            <a:ext cx="3454400" cy="5003800"/>
          </a:xfrm>
        </p:spPr>
        <p:txBody>
          <a:bodyPr/>
          <a:lstStyle/>
          <a:p>
            <a:pPr>
              <a:spcAft>
                <a:spcPts val="600"/>
              </a:spcAft>
            </a:pPr>
            <a:r>
              <a:rPr lang="en-GB" b="1"/>
              <a:t>Compare vs similar deals (scatterplot)</a:t>
            </a:r>
          </a:p>
          <a:p>
            <a:pPr lvl="1">
              <a:spcAft>
                <a:spcPts val="600"/>
              </a:spcAft>
            </a:pPr>
            <a:r>
              <a:rPr lang="en-GB"/>
              <a:t>Select product overlap</a:t>
            </a:r>
          </a:p>
          <a:p>
            <a:pPr lvl="1">
              <a:spcAft>
                <a:spcPts val="600"/>
              </a:spcAft>
            </a:pPr>
            <a:r>
              <a:rPr lang="en-GB"/>
              <a:t>Filter by CBU </a:t>
            </a:r>
          </a:p>
          <a:p>
            <a:pPr lvl="1">
              <a:spcAft>
                <a:spcPts val="600"/>
              </a:spcAft>
            </a:pPr>
            <a:r>
              <a:rPr lang="en-GB"/>
              <a:t>Filter by customer segment</a:t>
            </a:r>
          </a:p>
          <a:p>
            <a:pPr lvl="1">
              <a:spcAft>
                <a:spcPts val="600"/>
              </a:spcAft>
            </a:pPr>
            <a:r>
              <a:rPr lang="en-GB"/>
              <a:t>Select relevant timeframe</a:t>
            </a:r>
          </a:p>
          <a:p>
            <a:pPr lvl="1">
              <a:spcAft>
                <a:spcPts val="600"/>
              </a:spcAft>
            </a:pPr>
            <a:r>
              <a:rPr lang="en-GB"/>
              <a:t>Review current quote vs past customer wins and other similar won deals</a:t>
            </a:r>
          </a:p>
          <a:p>
            <a:pPr lvl="1">
              <a:spcAft>
                <a:spcPts val="600"/>
              </a:spcAft>
            </a:pPr>
            <a:r>
              <a:rPr lang="en-GB"/>
              <a:t>Lost deals feature will be enabled by </a:t>
            </a:r>
            <a:r>
              <a:rPr lang="en-GB" err="1"/>
              <a:t>PriceAdvisor</a:t>
            </a:r>
            <a:r>
              <a:rPr lang="en-GB"/>
              <a:t> and go live at a later stage</a:t>
            </a:r>
          </a:p>
          <a:p>
            <a:pPr>
              <a:spcAft>
                <a:spcPts val="1200"/>
              </a:spcAft>
            </a:pPr>
            <a:r>
              <a:rPr lang="en-GB" b="1"/>
              <a:t>Deep-dive closest comparable deals (table):</a:t>
            </a:r>
            <a:r>
              <a:rPr lang="en-GB"/>
              <a:t> explore the most similar past deals in detail, clicking on each row and accessing the quote</a:t>
            </a:r>
          </a:p>
          <a:p>
            <a:pPr lvl="1"/>
            <a:endParaRPr lang="en-GB"/>
          </a:p>
        </p:txBody>
      </p:sp>
      <p:sp>
        <p:nvSpPr>
          <p:cNvPr id="22" name="Oval 21">
            <a:extLst>
              <a:ext uri="{FF2B5EF4-FFF2-40B4-BE49-F238E27FC236}">
                <a16:creationId xmlns:a16="http://schemas.microsoft.com/office/drawing/2014/main" id="{BE2DB5C6-2124-DF73-4607-1272528C1305}"/>
              </a:ext>
            </a:extLst>
          </p:cNvPr>
          <p:cNvSpPr/>
          <p:nvPr/>
        </p:nvSpPr>
        <p:spPr>
          <a:xfrm>
            <a:off x="346175" y="1383314"/>
            <a:ext cx="222050" cy="222050"/>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rPr>
              <a:t>A</a:t>
            </a:r>
          </a:p>
        </p:txBody>
      </p:sp>
      <p:sp>
        <p:nvSpPr>
          <p:cNvPr id="25" name="Oval 24">
            <a:extLst>
              <a:ext uri="{FF2B5EF4-FFF2-40B4-BE49-F238E27FC236}">
                <a16:creationId xmlns:a16="http://schemas.microsoft.com/office/drawing/2014/main" id="{243D84FF-6E79-BCE0-4779-8C79C9FDF299}"/>
              </a:ext>
            </a:extLst>
          </p:cNvPr>
          <p:cNvSpPr/>
          <p:nvPr/>
        </p:nvSpPr>
        <p:spPr>
          <a:xfrm>
            <a:off x="547774" y="1708170"/>
            <a:ext cx="222050" cy="222050"/>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rPr>
              <a:t>B</a:t>
            </a:r>
          </a:p>
        </p:txBody>
      </p:sp>
      <p:sp>
        <p:nvSpPr>
          <p:cNvPr id="26" name="Oval 25">
            <a:extLst>
              <a:ext uri="{FF2B5EF4-FFF2-40B4-BE49-F238E27FC236}">
                <a16:creationId xmlns:a16="http://schemas.microsoft.com/office/drawing/2014/main" id="{67878236-F642-1E05-3722-94253FA3CB00}"/>
              </a:ext>
            </a:extLst>
          </p:cNvPr>
          <p:cNvSpPr/>
          <p:nvPr/>
        </p:nvSpPr>
        <p:spPr>
          <a:xfrm>
            <a:off x="547774" y="2048763"/>
            <a:ext cx="222050" cy="222050"/>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rPr>
              <a:t>C</a:t>
            </a:r>
          </a:p>
        </p:txBody>
      </p:sp>
      <p:sp>
        <p:nvSpPr>
          <p:cNvPr id="27" name="Oval 26">
            <a:extLst>
              <a:ext uri="{FF2B5EF4-FFF2-40B4-BE49-F238E27FC236}">
                <a16:creationId xmlns:a16="http://schemas.microsoft.com/office/drawing/2014/main" id="{EAB3ADB4-15F1-F0F3-7833-793412D068D9}"/>
              </a:ext>
            </a:extLst>
          </p:cNvPr>
          <p:cNvSpPr/>
          <p:nvPr/>
        </p:nvSpPr>
        <p:spPr>
          <a:xfrm>
            <a:off x="547774" y="2366604"/>
            <a:ext cx="222050" cy="222050"/>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rPr>
              <a:t>D</a:t>
            </a:r>
          </a:p>
        </p:txBody>
      </p:sp>
      <p:sp>
        <p:nvSpPr>
          <p:cNvPr id="29" name="Oval 28">
            <a:extLst>
              <a:ext uri="{FF2B5EF4-FFF2-40B4-BE49-F238E27FC236}">
                <a16:creationId xmlns:a16="http://schemas.microsoft.com/office/drawing/2014/main" id="{126BFD91-A777-CE98-5834-800B429F7809}"/>
              </a:ext>
            </a:extLst>
          </p:cNvPr>
          <p:cNvSpPr/>
          <p:nvPr/>
        </p:nvSpPr>
        <p:spPr>
          <a:xfrm>
            <a:off x="547774" y="2698101"/>
            <a:ext cx="222050" cy="222050"/>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rPr>
              <a:t>E</a:t>
            </a:r>
          </a:p>
        </p:txBody>
      </p:sp>
      <p:sp>
        <p:nvSpPr>
          <p:cNvPr id="30" name="Oval 29">
            <a:extLst>
              <a:ext uri="{FF2B5EF4-FFF2-40B4-BE49-F238E27FC236}">
                <a16:creationId xmlns:a16="http://schemas.microsoft.com/office/drawing/2014/main" id="{35D77787-8F99-EAD8-9633-3868446413AB}"/>
              </a:ext>
            </a:extLst>
          </p:cNvPr>
          <p:cNvSpPr/>
          <p:nvPr/>
        </p:nvSpPr>
        <p:spPr>
          <a:xfrm>
            <a:off x="547774" y="3038690"/>
            <a:ext cx="222050" cy="222050"/>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rPr>
              <a:t>F</a:t>
            </a:r>
          </a:p>
        </p:txBody>
      </p:sp>
      <p:sp>
        <p:nvSpPr>
          <p:cNvPr id="31" name="Oval 30">
            <a:extLst>
              <a:ext uri="{FF2B5EF4-FFF2-40B4-BE49-F238E27FC236}">
                <a16:creationId xmlns:a16="http://schemas.microsoft.com/office/drawing/2014/main" id="{6EF05A8C-26D0-AA4F-F332-2BC6F225A4D1}"/>
              </a:ext>
            </a:extLst>
          </p:cNvPr>
          <p:cNvSpPr/>
          <p:nvPr/>
        </p:nvSpPr>
        <p:spPr>
          <a:xfrm>
            <a:off x="547774" y="3574898"/>
            <a:ext cx="222050" cy="222050"/>
          </a:xfrm>
          <a:prstGeom prst="ellipse">
            <a:avLst/>
          </a:prstGeom>
          <a:solidFill>
            <a:srgbClr val="FFBE00"/>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rPr>
              <a:t>G</a:t>
            </a:r>
          </a:p>
        </p:txBody>
      </p:sp>
      <p:sp>
        <p:nvSpPr>
          <p:cNvPr id="32" name="Oval 31">
            <a:extLst>
              <a:ext uri="{FF2B5EF4-FFF2-40B4-BE49-F238E27FC236}">
                <a16:creationId xmlns:a16="http://schemas.microsoft.com/office/drawing/2014/main" id="{A26065A9-B345-631B-E053-6C1C26987722}"/>
              </a:ext>
            </a:extLst>
          </p:cNvPr>
          <p:cNvSpPr/>
          <p:nvPr/>
        </p:nvSpPr>
        <p:spPr>
          <a:xfrm>
            <a:off x="346175" y="4157072"/>
            <a:ext cx="222050" cy="222050"/>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rPr>
              <a:t>H</a:t>
            </a:r>
          </a:p>
        </p:txBody>
      </p:sp>
      <p:sp>
        <p:nvSpPr>
          <p:cNvPr id="33" name="Oval 32">
            <a:extLst>
              <a:ext uri="{FF2B5EF4-FFF2-40B4-BE49-F238E27FC236}">
                <a16:creationId xmlns:a16="http://schemas.microsoft.com/office/drawing/2014/main" id="{3B69B264-5651-7379-2B59-31DF7BE929AE}"/>
              </a:ext>
            </a:extLst>
          </p:cNvPr>
          <p:cNvSpPr/>
          <p:nvPr/>
        </p:nvSpPr>
        <p:spPr>
          <a:xfrm>
            <a:off x="4173634" y="1272289"/>
            <a:ext cx="222050" cy="222050"/>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rPr>
              <a:t>A</a:t>
            </a:r>
          </a:p>
        </p:txBody>
      </p:sp>
      <p:sp>
        <p:nvSpPr>
          <p:cNvPr id="34" name="Oval 33">
            <a:extLst>
              <a:ext uri="{FF2B5EF4-FFF2-40B4-BE49-F238E27FC236}">
                <a16:creationId xmlns:a16="http://schemas.microsoft.com/office/drawing/2014/main" id="{874464D3-3C84-200A-C819-E06573F23B8B}"/>
              </a:ext>
            </a:extLst>
          </p:cNvPr>
          <p:cNvSpPr/>
          <p:nvPr/>
        </p:nvSpPr>
        <p:spPr>
          <a:xfrm>
            <a:off x="5495088" y="1619011"/>
            <a:ext cx="222050" cy="222050"/>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rPr>
              <a:t>B</a:t>
            </a:r>
          </a:p>
        </p:txBody>
      </p:sp>
      <p:sp>
        <p:nvSpPr>
          <p:cNvPr id="35" name="Oval 34">
            <a:extLst>
              <a:ext uri="{FF2B5EF4-FFF2-40B4-BE49-F238E27FC236}">
                <a16:creationId xmlns:a16="http://schemas.microsoft.com/office/drawing/2014/main" id="{D8BFF76F-A61E-F8C9-360D-556576812881}"/>
              </a:ext>
            </a:extLst>
          </p:cNvPr>
          <p:cNvSpPr/>
          <p:nvPr/>
        </p:nvSpPr>
        <p:spPr>
          <a:xfrm>
            <a:off x="7360282" y="1621882"/>
            <a:ext cx="222050" cy="222050"/>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rPr>
              <a:t>C</a:t>
            </a:r>
          </a:p>
        </p:txBody>
      </p:sp>
      <p:sp>
        <p:nvSpPr>
          <p:cNvPr id="36" name="Oval 35">
            <a:extLst>
              <a:ext uri="{FF2B5EF4-FFF2-40B4-BE49-F238E27FC236}">
                <a16:creationId xmlns:a16="http://schemas.microsoft.com/office/drawing/2014/main" id="{99F1DFB2-9B3B-24B1-501A-24599B368516}"/>
              </a:ext>
            </a:extLst>
          </p:cNvPr>
          <p:cNvSpPr/>
          <p:nvPr/>
        </p:nvSpPr>
        <p:spPr>
          <a:xfrm>
            <a:off x="9170884" y="1619011"/>
            <a:ext cx="222050" cy="222050"/>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rPr>
              <a:t>D</a:t>
            </a:r>
          </a:p>
        </p:txBody>
      </p:sp>
      <p:sp>
        <p:nvSpPr>
          <p:cNvPr id="37" name="Oval 36">
            <a:extLst>
              <a:ext uri="{FF2B5EF4-FFF2-40B4-BE49-F238E27FC236}">
                <a16:creationId xmlns:a16="http://schemas.microsoft.com/office/drawing/2014/main" id="{8DBD67E3-FE73-D12C-52C3-68F3D59FACC4}"/>
              </a:ext>
            </a:extLst>
          </p:cNvPr>
          <p:cNvSpPr/>
          <p:nvPr/>
        </p:nvSpPr>
        <p:spPr>
          <a:xfrm>
            <a:off x="10694884" y="1619011"/>
            <a:ext cx="222050" cy="222050"/>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rPr>
              <a:t>E</a:t>
            </a:r>
          </a:p>
        </p:txBody>
      </p:sp>
      <p:sp>
        <p:nvSpPr>
          <p:cNvPr id="38" name="Oval 37">
            <a:extLst>
              <a:ext uri="{FF2B5EF4-FFF2-40B4-BE49-F238E27FC236}">
                <a16:creationId xmlns:a16="http://schemas.microsoft.com/office/drawing/2014/main" id="{05160B84-622F-30E7-3D78-EE54381CA67E}"/>
              </a:ext>
            </a:extLst>
          </p:cNvPr>
          <p:cNvSpPr/>
          <p:nvPr/>
        </p:nvSpPr>
        <p:spPr>
          <a:xfrm>
            <a:off x="6096000" y="2308535"/>
            <a:ext cx="222050" cy="222050"/>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rPr>
              <a:t>F</a:t>
            </a:r>
          </a:p>
        </p:txBody>
      </p:sp>
      <p:sp>
        <p:nvSpPr>
          <p:cNvPr id="39" name="Oval 38">
            <a:extLst>
              <a:ext uri="{FF2B5EF4-FFF2-40B4-BE49-F238E27FC236}">
                <a16:creationId xmlns:a16="http://schemas.microsoft.com/office/drawing/2014/main" id="{ADCF8AD4-229D-0684-9C92-E7668862B9AB}"/>
              </a:ext>
            </a:extLst>
          </p:cNvPr>
          <p:cNvSpPr/>
          <p:nvPr/>
        </p:nvSpPr>
        <p:spPr>
          <a:xfrm>
            <a:off x="9466585" y="4157072"/>
            <a:ext cx="222050" cy="222050"/>
          </a:xfrm>
          <a:prstGeom prst="ellipse">
            <a:avLst/>
          </a:prstGeom>
          <a:solidFill>
            <a:srgbClr val="FFBE00"/>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rPr>
              <a:t>G</a:t>
            </a:r>
          </a:p>
        </p:txBody>
      </p:sp>
      <p:sp>
        <p:nvSpPr>
          <p:cNvPr id="40" name="Oval 39">
            <a:extLst>
              <a:ext uri="{FF2B5EF4-FFF2-40B4-BE49-F238E27FC236}">
                <a16:creationId xmlns:a16="http://schemas.microsoft.com/office/drawing/2014/main" id="{78AED28C-9F2B-ADF7-E33E-6E0B3774CD08}"/>
              </a:ext>
            </a:extLst>
          </p:cNvPr>
          <p:cNvSpPr/>
          <p:nvPr/>
        </p:nvSpPr>
        <p:spPr>
          <a:xfrm>
            <a:off x="4189124" y="4696158"/>
            <a:ext cx="222050" cy="222050"/>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rPr>
              <a:t>H</a:t>
            </a:r>
          </a:p>
        </p:txBody>
      </p:sp>
    </p:spTree>
    <p:extLst>
      <p:ext uri="{BB962C8B-B14F-4D97-AF65-F5344CB8AC3E}">
        <p14:creationId xmlns:p14="http://schemas.microsoft.com/office/powerpoint/2010/main" val="3093608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15F2665-40EF-98F2-38E5-48ACE68F58F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A15F2665-40EF-98F2-38E5-48ACE68F58F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0047716-4ABD-6972-FAE6-B10963921703}"/>
              </a:ext>
            </a:extLst>
          </p:cNvPr>
          <p:cNvSpPr>
            <a:spLocks noGrp="1"/>
          </p:cNvSpPr>
          <p:nvPr>
            <p:ph type="title"/>
          </p:nvPr>
        </p:nvSpPr>
        <p:spPr/>
        <p:txBody>
          <a:bodyPr vert="horz"/>
          <a:lstStyle/>
          <a:p>
            <a:r>
              <a:rPr lang="en-GB">
                <a:solidFill>
                  <a:schemeClr val="accent2"/>
                </a:solidFill>
              </a:rPr>
              <a:t>Comparable deals</a:t>
            </a:r>
            <a:r>
              <a:rPr lang="en-GB"/>
              <a:t> are identified using a simple basket similarity methodology</a:t>
            </a:r>
            <a:br>
              <a:rPr lang="en-GB"/>
            </a:br>
            <a:r>
              <a:rPr lang="en-GB" sz="1600" b="0" cap="none">
                <a:latin typeface="+mn-lt"/>
              </a:rPr>
              <a:t>Measures the shared portion of each basket to surface historical deals that are commercially similar and easy to explain</a:t>
            </a:r>
            <a:br>
              <a:rPr lang="en-GB"/>
            </a:br>
            <a:endParaRPr lang="en-GB"/>
          </a:p>
        </p:txBody>
      </p:sp>
      <p:sp>
        <p:nvSpPr>
          <p:cNvPr id="3" name="Text Placeholder 2">
            <a:extLst>
              <a:ext uri="{FF2B5EF4-FFF2-40B4-BE49-F238E27FC236}">
                <a16:creationId xmlns:a16="http://schemas.microsoft.com/office/drawing/2014/main" id="{5F3F3ECE-D055-825C-3163-D4AE0B157A8A}"/>
              </a:ext>
            </a:extLst>
          </p:cNvPr>
          <p:cNvSpPr>
            <a:spLocks noGrp="1"/>
          </p:cNvSpPr>
          <p:nvPr>
            <p:ph type="body" idx="10"/>
          </p:nvPr>
        </p:nvSpPr>
        <p:spPr/>
        <p:txBody>
          <a:bodyPr/>
          <a:lstStyle/>
          <a:p>
            <a:r>
              <a:rPr lang="en-GB"/>
              <a:t>Logic</a:t>
            </a:r>
          </a:p>
        </p:txBody>
      </p:sp>
      <p:sp>
        <p:nvSpPr>
          <p:cNvPr id="4" name="Content Placeholder 3">
            <a:extLst>
              <a:ext uri="{FF2B5EF4-FFF2-40B4-BE49-F238E27FC236}">
                <a16:creationId xmlns:a16="http://schemas.microsoft.com/office/drawing/2014/main" id="{5C2D08F9-86B0-DE2D-5B59-D5A9CF3B07C6}"/>
              </a:ext>
            </a:extLst>
          </p:cNvPr>
          <p:cNvSpPr>
            <a:spLocks noGrp="1"/>
          </p:cNvSpPr>
          <p:nvPr>
            <p:ph sz="half" idx="11"/>
          </p:nvPr>
        </p:nvSpPr>
        <p:spPr/>
        <p:txBody>
          <a:bodyPr/>
          <a:lstStyle/>
          <a:p>
            <a:pPr>
              <a:spcAft>
                <a:spcPts val="600"/>
              </a:spcAft>
            </a:pPr>
            <a:r>
              <a:rPr lang="en-GB" sz="1200" b="1"/>
              <a:t>Definition:</a:t>
            </a:r>
            <a:r>
              <a:rPr lang="en-GB" sz="1200"/>
              <a:t> won deals in the same CBU and customer segment over the last 6 months, ranked by basket similarity score</a:t>
            </a:r>
          </a:p>
          <a:p>
            <a:r>
              <a:rPr lang="en-GB" sz="1200" b="1"/>
              <a:t>Basket similarity score:</a:t>
            </a:r>
          </a:p>
          <a:p>
            <a:pPr lvl="1"/>
            <a:r>
              <a:rPr lang="en-GB" sz="1200"/>
              <a:t>Compare current deal against each historical deal</a:t>
            </a:r>
          </a:p>
          <a:p>
            <a:pPr lvl="1"/>
            <a:r>
              <a:rPr lang="en-GB" sz="1200"/>
              <a:t>Calculate each SKU as a % of total deal value in both baskets</a:t>
            </a:r>
          </a:p>
          <a:p>
            <a:pPr lvl="1"/>
            <a:r>
              <a:rPr lang="en-GB" sz="1200"/>
              <a:t>Take the lower of the two shares for each SKU</a:t>
            </a:r>
          </a:p>
          <a:p>
            <a:pPr lvl="1"/>
            <a:r>
              <a:rPr lang="en-GB" sz="1200"/>
              <a:t>Sum across SKUs to get total shared basket %</a:t>
            </a:r>
          </a:p>
          <a:p>
            <a:r>
              <a:rPr lang="en-GB" sz="1200" b="1"/>
              <a:t>Fallbacks:</a:t>
            </a:r>
          </a:p>
          <a:p>
            <a:pPr lvl="1"/>
            <a:r>
              <a:rPr lang="en-GB" sz="1200"/>
              <a:t>First relax CBU</a:t>
            </a:r>
          </a:p>
          <a:p>
            <a:pPr lvl="1"/>
            <a:r>
              <a:rPr lang="en-GB" sz="1200"/>
              <a:t>Then extend lookback from 6 to 12 months</a:t>
            </a:r>
          </a:p>
          <a:p>
            <a:pPr lvl="1">
              <a:spcAft>
                <a:spcPts val="600"/>
              </a:spcAft>
            </a:pPr>
            <a:r>
              <a:rPr lang="en-GB" sz="1200"/>
              <a:t>Then move from exact SKU to product family overlap	</a:t>
            </a:r>
          </a:p>
          <a:p>
            <a:r>
              <a:rPr lang="en-GB" sz="1200" b="1"/>
              <a:t>Assumptions:</a:t>
            </a:r>
          </a:p>
          <a:p>
            <a:pPr lvl="1"/>
            <a:r>
              <a:rPr lang="en-GB" sz="1200"/>
              <a:t>Historical deals </a:t>
            </a:r>
            <a:r>
              <a:rPr lang="en-GB" sz="1200" b="1"/>
              <a:t>dataset is available and sufficiently populated</a:t>
            </a:r>
            <a:r>
              <a:rPr lang="en-GB" sz="1200"/>
              <a:t>, including: </a:t>
            </a:r>
          </a:p>
          <a:p>
            <a:pPr lvl="2"/>
            <a:r>
              <a:rPr lang="en-GB" sz="1200"/>
              <a:t>Deal-level (customer ID, customer segment, CBU, deal date) and;</a:t>
            </a:r>
          </a:p>
          <a:p>
            <a:pPr lvl="2"/>
            <a:r>
              <a:rPr lang="en-GB" sz="1200"/>
              <a:t>Line-level (SKU, product family, price, quantity) </a:t>
            </a:r>
          </a:p>
          <a:p>
            <a:pPr lvl="1"/>
            <a:r>
              <a:rPr lang="en-GB" sz="1200"/>
              <a:t>Historical line items can be grouped: </a:t>
            </a:r>
            <a:r>
              <a:rPr lang="en-GB" sz="1200" b="1"/>
              <a:t>SKU and product family definitions are standardized </a:t>
            </a:r>
            <a:r>
              <a:rPr lang="en-GB" sz="1200"/>
              <a:t>across datasets</a:t>
            </a:r>
          </a:p>
          <a:p>
            <a:pPr lvl="1"/>
            <a:r>
              <a:rPr lang="en-GB" sz="1200" b="1"/>
              <a:t>Exclusions</a:t>
            </a:r>
            <a:r>
              <a:rPr lang="en-GB" sz="1200"/>
              <a:t>: duplicate, cancelled, and obsolete transactions can be removed cleanly</a:t>
            </a:r>
          </a:p>
          <a:p>
            <a:endParaRPr lang="en-GB" sz="1200"/>
          </a:p>
          <a:p>
            <a:pPr lvl="1"/>
            <a:endParaRPr lang="en-GB" sz="1200" b="1"/>
          </a:p>
          <a:p>
            <a:endParaRPr lang="en-GB"/>
          </a:p>
        </p:txBody>
      </p:sp>
      <p:sp>
        <p:nvSpPr>
          <p:cNvPr id="11" name="Text Placeholder 10">
            <a:extLst>
              <a:ext uri="{FF2B5EF4-FFF2-40B4-BE49-F238E27FC236}">
                <a16:creationId xmlns:a16="http://schemas.microsoft.com/office/drawing/2014/main" id="{57F70472-198F-D755-2304-6BA278DBE100}"/>
              </a:ext>
            </a:extLst>
          </p:cNvPr>
          <p:cNvSpPr>
            <a:spLocks noGrp="1"/>
          </p:cNvSpPr>
          <p:nvPr>
            <p:ph type="body" sz="quarter" idx="13"/>
          </p:nvPr>
        </p:nvSpPr>
        <p:spPr/>
        <p:txBody>
          <a:bodyPr/>
          <a:lstStyle/>
          <a:p>
            <a:r>
              <a:rPr lang="en-GB"/>
              <a:t>Details</a:t>
            </a:r>
          </a:p>
        </p:txBody>
      </p:sp>
      <p:sp>
        <p:nvSpPr>
          <p:cNvPr id="17" name="Content Placeholder 16">
            <a:extLst>
              <a:ext uri="{FF2B5EF4-FFF2-40B4-BE49-F238E27FC236}">
                <a16:creationId xmlns:a16="http://schemas.microsoft.com/office/drawing/2014/main" id="{3CF3DE1E-EA7D-95D5-DF15-FBC845C41F0A}"/>
              </a:ext>
            </a:extLst>
          </p:cNvPr>
          <p:cNvSpPr>
            <a:spLocks noGrp="1"/>
          </p:cNvSpPr>
          <p:nvPr>
            <p:ph sz="quarter" idx="12"/>
          </p:nvPr>
        </p:nvSpPr>
        <p:spPr/>
        <p:txBody>
          <a:bodyPr/>
          <a:lstStyle/>
          <a:p>
            <a:endParaRPr lang="en-GB" sz="1200"/>
          </a:p>
          <a:p>
            <a:endParaRPr lang="en-GB" sz="1200"/>
          </a:p>
          <a:p>
            <a:endParaRPr lang="en-GB" sz="1200"/>
          </a:p>
          <a:p>
            <a:endParaRPr lang="en-GB" sz="1200"/>
          </a:p>
          <a:p>
            <a:endParaRPr lang="en-GB" sz="1200"/>
          </a:p>
          <a:p>
            <a:endParaRPr lang="en-GB" sz="1200"/>
          </a:p>
          <a:p>
            <a:pPr marL="0" indent="0">
              <a:buNone/>
            </a:pPr>
            <a:endParaRPr lang="en-GB" sz="1200"/>
          </a:p>
          <a:p>
            <a:pPr marL="0" indent="0">
              <a:buNone/>
            </a:pPr>
            <a:endParaRPr lang="en-GB" sz="1200"/>
          </a:p>
          <a:p>
            <a:pPr marL="0" indent="0">
              <a:buNone/>
            </a:pPr>
            <a:endParaRPr lang="en-GB" sz="1200" b="1"/>
          </a:p>
        </p:txBody>
      </p:sp>
      <p:sp>
        <p:nvSpPr>
          <p:cNvPr id="10" name="Oval 9">
            <a:extLst>
              <a:ext uri="{FF2B5EF4-FFF2-40B4-BE49-F238E27FC236}">
                <a16:creationId xmlns:a16="http://schemas.microsoft.com/office/drawing/2014/main" id="{6887848A-056A-FB4D-4641-F40309A66A30}"/>
              </a:ext>
            </a:extLst>
          </p:cNvPr>
          <p:cNvSpPr/>
          <p:nvPr/>
        </p:nvSpPr>
        <p:spPr>
          <a:xfrm>
            <a:off x="41563" y="359109"/>
            <a:ext cx="339159" cy="339159"/>
          </a:xfrm>
          <a:prstGeom prst="ellipse">
            <a:avLst/>
          </a:prstGeom>
          <a:solidFill>
            <a:schemeClr val="accent2"/>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kern="0">
                <a:solidFill>
                  <a:schemeClr val="bg1"/>
                </a:solidFill>
              </a:rPr>
              <a:t>4D</a:t>
            </a:r>
          </a:p>
        </p:txBody>
      </p:sp>
      <p:pic>
        <p:nvPicPr>
          <p:cNvPr id="14" name="Picture 13">
            <a:extLst>
              <a:ext uri="{FF2B5EF4-FFF2-40B4-BE49-F238E27FC236}">
                <a16:creationId xmlns:a16="http://schemas.microsoft.com/office/drawing/2014/main" id="{09A85E5B-360D-9973-AC49-7DDE12B1CAF6}"/>
              </a:ext>
            </a:extLst>
          </p:cNvPr>
          <p:cNvPicPr>
            <a:picLocks noChangeAspect="1"/>
          </p:cNvPicPr>
          <p:nvPr/>
        </p:nvPicPr>
        <p:blipFill>
          <a:blip r:embed="rId6"/>
          <a:stretch>
            <a:fillRect/>
          </a:stretch>
        </p:blipFill>
        <p:spPr>
          <a:xfrm>
            <a:off x="6324600" y="1883664"/>
            <a:ext cx="5410200" cy="1999421"/>
          </a:xfrm>
          <a:prstGeom prst="rect">
            <a:avLst/>
          </a:prstGeom>
        </p:spPr>
      </p:pic>
      <p:sp>
        <p:nvSpPr>
          <p:cNvPr id="31" name="Content Placeholder 3">
            <a:extLst>
              <a:ext uri="{FF2B5EF4-FFF2-40B4-BE49-F238E27FC236}">
                <a16:creationId xmlns:a16="http://schemas.microsoft.com/office/drawing/2014/main" id="{F2F5AD56-AFCC-98FF-A87B-0CE655AD4922}"/>
              </a:ext>
            </a:extLst>
          </p:cNvPr>
          <p:cNvSpPr txBox="1">
            <a:spLocks/>
          </p:cNvSpPr>
          <p:nvPr/>
        </p:nvSpPr>
        <p:spPr>
          <a:xfrm>
            <a:off x="6324600" y="4142232"/>
            <a:ext cx="2264833" cy="592836"/>
          </a:xfrm>
          <a:prstGeom prst="rect">
            <a:avLst/>
          </a:prstGeom>
        </p:spPr>
        <p:txBody>
          <a:bodyPr vert="horz" lIns="0" tIns="0" rIns="0" bIns="0" rtlCol="0">
            <a:noAutofit/>
          </a:bodyPr>
          <a:lstStyle>
            <a:lvl1pPr marL="179994" indent="-179994" algn="l" defTabSz="914370" rtl="0" eaLnBrk="1" latinLnBrk="0" hangingPunct="1">
              <a:spcBef>
                <a:spcPts val="600"/>
              </a:spcBef>
              <a:buFont typeface="Arial" panose="020B0604020202020204" pitchFamily="34" charset="0"/>
              <a:buChar char="•"/>
              <a:defRPr sz="1400" kern="0">
                <a:solidFill>
                  <a:schemeClr val="tx1"/>
                </a:solidFill>
                <a:latin typeface="+mn-lt"/>
                <a:ea typeface="+mn-ea"/>
                <a:cs typeface="+mn-cs"/>
              </a:defRPr>
            </a:lvl1pPr>
            <a:lvl2pPr marL="359988"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2pPr>
            <a:lvl3pPr marL="539982"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3pPr>
            <a:lvl4pPr marL="719977"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4pPr>
            <a:lvl5pPr marL="899971"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5pPr>
            <a:lvl6pPr marL="1079965"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6pPr>
            <a:lvl7pPr marL="1259959"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7pPr>
            <a:lvl8pPr marL="1439953"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8pPr>
            <a:lvl9pPr marL="1619947"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9pPr>
          </a:lstStyle>
          <a:p>
            <a:pPr marL="0" indent="0">
              <a:spcAft>
                <a:spcPts val="600"/>
              </a:spcAft>
              <a:buNone/>
            </a:pPr>
            <a:r>
              <a:rPr lang="en-GB" b="1"/>
              <a:t>Worked example</a:t>
            </a:r>
            <a:endParaRPr lang="en-GB" sz="1600"/>
          </a:p>
        </p:txBody>
      </p:sp>
      <p:pic>
        <p:nvPicPr>
          <p:cNvPr id="6" name="Picture 5">
            <a:extLst>
              <a:ext uri="{FF2B5EF4-FFF2-40B4-BE49-F238E27FC236}">
                <a16:creationId xmlns:a16="http://schemas.microsoft.com/office/drawing/2014/main" id="{8D40D766-3237-5BAC-5B1C-AE94D22EB13D}"/>
              </a:ext>
            </a:extLst>
          </p:cNvPr>
          <p:cNvPicPr>
            <a:picLocks noChangeAspect="1"/>
          </p:cNvPicPr>
          <p:nvPr/>
        </p:nvPicPr>
        <p:blipFill>
          <a:blip r:embed="rId7"/>
          <a:stretch>
            <a:fillRect/>
          </a:stretch>
        </p:blipFill>
        <p:spPr>
          <a:xfrm>
            <a:off x="6324600" y="4569855"/>
            <a:ext cx="5410200" cy="1448083"/>
          </a:xfrm>
          <a:prstGeom prst="rect">
            <a:avLst/>
          </a:prstGeom>
        </p:spPr>
      </p:pic>
    </p:spTree>
    <p:extLst>
      <p:ext uri="{BB962C8B-B14F-4D97-AF65-F5344CB8AC3E}">
        <p14:creationId xmlns:p14="http://schemas.microsoft.com/office/powerpoint/2010/main" val="2521528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357879A-4C1D-C5B1-3537-DAF87D3DB82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3357879A-4C1D-C5B1-3537-DAF87D3DB8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3783EEE-7336-3277-34EF-7711C0D16720}"/>
              </a:ext>
            </a:extLst>
          </p:cNvPr>
          <p:cNvSpPr>
            <a:spLocks noGrp="1"/>
          </p:cNvSpPr>
          <p:nvPr>
            <p:ph type="title"/>
          </p:nvPr>
        </p:nvSpPr>
        <p:spPr/>
        <p:txBody>
          <a:bodyPr vert="horz"/>
          <a:lstStyle/>
          <a:p>
            <a:r>
              <a:rPr lang="en-GB"/>
              <a:t>Comparable deals | Analytics base table</a:t>
            </a:r>
          </a:p>
        </p:txBody>
      </p:sp>
      <p:sp>
        <p:nvSpPr>
          <p:cNvPr id="3" name="Content Placeholder 2">
            <a:extLst>
              <a:ext uri="{FF2B5EF4-FFF2-40B4-BE49-F238E27FC236}">
                <a16:creationId xmlns:a16="http://schemas.microsoft.com/office/drawing/2014/main" id="{258AB1A8-EE16-9838-6E35-43A68DF56AA5}"/>
              </a:ext>
            </a:extLst>
          </p:cNvPr>
          <p:cNvSpPr>
            <a:spLocks noGrp="1"/>
          </p:cNvSpPr>
          <p:nvPr>
            <p:ph idx="11"/>
          </p:nvPr>
        </p:nvSpPr>
        <p:spPr/>
        <p:txBody>
          <a:bodyPr/>
          <a:lstStyle/>
          <a:p>
            <a:r>
              <a:rPr lang="en-GB"/>
              <a:t>Source all Sales Orders (or live Price Exceptions as a fallback) from F&amp;O databases</a:t>
            </a:r>
          </a:p>
          <a:p>
            <a:r>
              <a:rPr lang="en-GB"/>
              <a:t>Base table to construct from F&amp;O databases which will be used for backend/frontend calculation of similarity scores</a:t>
            </a:r>
          </a:p>
          <a:p>
            <a:endParaRPr lang="en-GB"/>
          </a:p>
          <a:p>
            <a:endParaRPr lang="en-GB"/>
          </a:p>
          <a:p>
            <a:endParaRPr lang="en-GB"/>
          </a:p>
          <a:p>
            <a:endParaRPr lang="en-GB"/>
          </a:p>
          <a:p>
            <a:endParaRPr lang="en-GB"/>
          </a:p>
          <a:p>
            <a:endParaRPr lang="en-GB"/>
          </a:p>
          <a:p>
            <a:endParaRPr lang="en-GB"/>
          </a:p>
          <a:p>
            <a:endParaRPr lang="en-GB"/>
          </a:p>
          <a:p>
            <a:endParaRPr lang="en-GB"/>
          </a:p>
          <a:p>
            <a:endParaRPr lang="en-GB"/>
          </a:p>
          <a:p>
            <a:endParaRPr lang="en-GB"/>
          </a:p>
          <a:p>
            <a:endParaRPr lang="en-GB"/>
          </a:p>
          <a:p>
            <a:r>
              <a:rPr lang="en-GB"/>
              <a:t>Backend/Frontend calculation follows steps in the following slide to implement the methodology</a:t>
            </a:r>
          </a:p>
          <a:p>
            <a:endParaRPr lang="en-GB"/>
          </a:p>
          <a:p>
            <a:endParaRPr lang="en-GB"/>
          </a:p>
          <a:p>
            <a:endParaRPr lang="en-GB"/>
          </a:p>
          <a:p>
            <a:endParaRPr lang="en-GB"/>
          </a:p>
          <a:p>
            <a:endParaRPr lang="en-GB"/>
          </a:p>
          <a:p>
            <a:endParaRPr lang="en-GB"/>
          </a:p>
          <a:p>
            <a:pPr marL="0" indent="0">
              <a:buNone/>
            </a:pPr>
            <a:endParaRPr lang="en-GB"/>
          </a:p>
          <a:p>
            <a:endParaRPr lang="en-GB"/>
          </a:p>
        </p:txBody>
      </p:sp>
      <p:graphicFrame>
        <p:nvGraphicFramePr>
          <p:cNvPr id="6" name="Table 5">
            <a:extLst>
              <a:ext uri="{FF2B5EF4-FFF2-40B4-BE49-F238E27FC236}">
                <a16:creationId xmlns:a16="http://schemas.microsoft.com/office/drawing/2014/main" id="{4EB7FF5D-7859-01EE-7DB3-ACAABC729029}"/>
              </a:ext>
            </a:extLst>
          </p:cNvPr>
          <p:cNvGraphicFramePr>
            <a:graphicFrameLocks noGrp="1"/>
          </p:cNvGraphicFramePr>
          <p:nvPr/>
        </p:nvGraphicFramePr>
        <p:xfrm>
          <a:off x="457200" y="2405781"/>
          <a:ext cx="11277600" cy="2651760"/>
        </p:xfrm>
        <a:graphic>
          <a:graphicData uri="http://schemas.openxmlformats.org/drawingml/2006/table">
            <a:tbl>
              <a:tblPr firstRow="1" bandRow="1">
                <a:tableStyleId>{839DD9DD-9E6C-4910-8AC0-68ADFF6A6AFC}</a:tableStyleId>
              </a:tblPr>
              <a:tblGrid>
                <a:gridCol w="751840">
                  <a:extLst>
                    <a:ext uri="{9D8B030D-6E8A-4147-A177-3AD203B41FA5}">
                      <a16:colId xmlns:a16="http://schemas.microsoft.com/office/drawing/2014/main" val="3490510847"/>
                    </a:ext>
                  </a:extLst>
                </a:gridCol>
                <a:gridCol w="751840">
                  <a:extLst>
                    <a:ext uri="{9D8B030D-6E8A-4147-A177-3AD203B41FA5}">
                      <a16:colId xmlns:a16="http://schemas.microsoft.com/office/drawing/2014/main" val="1485485343"/>
                    </a:ext>
                  </a:extLst>
                </a:gridCol>
                <a:gridCol w="751840">
                  <a:extLst>
                    <a:ext uri="{9D8B030D-6E8A-4147-A177-3AD203B41FA5}">
                      <a16:colId xmlns:a16="http://schemas.microsoft.com/office/drawing/2014/main" val="2552344389"/>
                    </a:ext>
                  </a:extLst>
                </a:gridCol>
                <a:gridCol w="751840">
                  <a:extLst>
                    <a:ext uri="{9D8B030D-6E8A-4147-A177-3AD203B41FA5}">
                      <a16:colId xmlns:a16="http://schemas.microsoft.com/office/drawing/2014/main" val="4239503196"/>
                    </a:ext>
                  </a:extLst>
                </a:gridCol>
                <a:gridCol w="751840">
                  <a:extLst>
                    <a:ext uri="{9D8B030D-6E8A-4147-A177-3AD203B41FA5}">
                      <a16:colId xmlns:a16="http://schemas.microsoft.com/office/drawing/2014/main" val="292699992"/>
                    </a:ext>
                  </a:extLst>
                </a:gridCol>
                <a:gridCol w="751840">
                  <a:extLst>
                    <a:ext uri="{9D8B030D-6E8A-4147-A177-3AD203B41FA5}">
                      <a16:colId xmlns:a16="http://schemas.microsoft.com/office/drawing/2014/main" val="1682124028"/>
                    </a:ext>
                  </a:extLst>
                </a:gridCol>
                <a:gridCol w="751840">
                  <a:extLst>
                    <a:ext uri="{9D8B030D-6E8A-4147-A177-3AD203B41FA5}">
                      <a16:colId xmlns:a16="http://schemas.microsoft.com/office/drawing/2014/main" val="2813074768"/>
                    </a:ext>
                  </a:extLst>
                </a:gridCol>
                <a:gridCol w="751840">
                  <a:extLst>
                    <a:ext uri="{9D8B030D-6E8A-4147-A177-3AD203B41FA5}">
                      <a16:colId xmlns:a16="http://schemas.microsoft.com/office/drawing/2014/main" val="1999862395"/>
                    </a:ext>
                  </a:extLst>
                </a:gridCol>
                <a:gridCol w="751840">
                  <a:extLst>
                    <a:ext uri="{9D8B030D-6E8A-4147-A177-3AD203B41FA5}">
                      <a16:colId xmlns:a16="http://schemas.microsoft.com/office/drawing/2014/main" val="4105927527"/>
                    </a:ext>
                  </a:extLst>
                </a:gridCol>
                <a:gridCol w="751840">
                  <a:extLst>
                    <a:ext uri="{9D8B030D-6E8A-4147-A177-3AD203B41FA5}">
                      <a16:colId xmlns:a16="http://schemas.microsoft.com/office/drawing/2014/main" val="1481436756"/>
                    </a:ext>
                  </a:extLst>
                </a:gridCol>
                <a:gridCol w="751840">
                  <a:extLst>
                    <a:ext uri="{9D8B030D-6E8A-4147-A177-3AD203B41FA5}">
                      <a16:colId xmlns:a16="http://schemas.microsoft.com/office/drawing/2014/main" val="2381312813"/>
                    </a:ext>
                  </a:extLst>
                </a:gridCol>
                <a:gridCol w="751840">
                  <a:extLst>
                    <a:ext uri="{9D8B030D-6E8A-4147-A177-3AD203B41FA5}">
                      <a16:colId xmlns:a16="http://schemas.microsoft.com/office/drawing/2014/main" val="2143282451"/>
                    </a:ext>
                  </a:extLst>
                </a:gridCol>
                <a:gridCol w="751840">
                  <a:extLst>
                    <a:ext uri="{9D8B030D-6E8A-4147-A177-3AD203B41FA5}">
                      <a16:colId xmlns:a16="http://schemas.microsoft.com/office/drawing/2014/main" val="1827968257"/>
                    </a:ext>
                  </a:extLst>
                </a:gridCol>
                <a:gridCol w="751840">
                  <a:extLst>
                    <a:ext uri="{9D8B030D-6E8A-4147-A177-3AD203B41FA5}">
                      <a16:colId xmlns:a16="http://schemas.microsoft.com/office/drawing/2014/main" val="1232358410"/>
                    </a:ext>
                  </a:extLst>
                </a:gridCol>
                <a:gridCol w="751840">
                  <a:extLst>
                    <a:ext uri="{9D8B030D-6E8A-4147-A177-3AD203B41FA5}">
                      <a16:colId xmlns:a16="http://schemas.microsoft.com/office/drawing/2014/main" val="133786592"/>
                    </a:ext>
                  </a:extLst>
                </a:gridCol>
              </a:tblGrid>
              <a:tr h="129360">
                <a:tc>
                  <a:txBody>
                    <a:bodyPr/>
                    <a:lstStyle/>
                    <a:p>
                      <a:r>
                        <a:rPr lang="en-GB" sz="900">
                          <a:solidFill>
                            <a:schemeClr val="bg1"/>
                          </a:solidFill>
                        </a:rPr>
                        <a:t>Deal 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50000"/>
                      </a:schemeClr>
                    </a:solidFill>
                  </a:tcPr>
                </a:tc>
                <a:tc>
                  <a:txBody>
                    <a:bodyPr/>
                    <a:lstStyle/>
                    <a:p>
                      <a:r>
                        <a:rPr lang="en-GB" sz="900">
                          <a:solidFill>
                            <a:schemeClr val="bg1"/>
                          </a:solidFill>
                        </a:rPr>
                        <a:t>Customer 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50000"/>
                      </a:schemeClr>
                    </a:solidFill>
                  </a:tcPr>
                </a:tc>
                <a:tc>
                  <a:txBody>
                    <a:bodyPr/>
                    <a:lstStyle/>
                    <a:p>
                      <a:r>
                        <a:rPr lang="en-GB" sz="900">
                          <a:solidFill>
                            <a:schemeClr val="bg1"/>
                          </a:solidFill>
                        </a:rPr>
                        <a:t>Customer Segment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50000"/>
                      </a:schemeClr>
                    </a:solidFill>
                  </a:tcPr>
                </a:tc>
                <a:tc>
                  <a:txBody>
                    <a:bodyPr/>
                    <a:lstStyle/>
                    <a:p>
                      <a:r>
                        <a:rPr lang="en-GB" sz="900">
                          <a:solidFill>
                            <a:schemeClr val="bg1"/>
                          </a:solidFill>
                        </a:rPr>
                        <a:t>CBU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50000"/>
                      </a:schemeClr>
                    </a:solidFill>
                  </a:tcPr>
                </a:tc>
                <a:tc>
                  <a:txBody>
                    <a:bodyPr/>
                    <a:lstStyle/>
                    <a:p>
                      <a:r>
                        <a:rPr lang="en-GB" sz="900">
                          <a:solidFill>
                            <a:schemeClr val="bg1"/>
                          </a:solidFill>
                        </a:rPr>
                        <a:t>Deal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50000"/>
                      </a:schemeClr>
                    </a:solidFill>
                  </a:tcPr>
                </a:tc>
                <a:tc>
                  <a:txBody>
                    <a:bodyPr/>
                    <a:lstStyle/>
                    <a:p>
                      <a:r>
                        <a:rPr lang="en-GB" sz="900">
                          <a:solidFill>
                            <a:schemeClr val="bg1"/>
                          </a:solidFill>
                        </a:rPr>
                        <a:t>Product Family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4E6287"/>
                    </a:solidFill>
                  </a:tcPr>
                </a:tc>
                <a:tc>
                  <a:txBody>
                    <a:bodyPr/>
                    <a:lstStyle/>
                    <a:p>
                      <a:r>
                        <a:rPr lang="en-GB" sz="900">
                          <a:solidFill>
                            <a:schemeClr val="bg1"/>
                          </a:solidFill>
                        </a:rPr>
                        <a:t>SKU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4E6287"/>
                    </a:solidFill>
                  </a:tcPr>
                </a:tc>
                <a:tc>
                  <a:txBody>
                    <a:bodyPr/>
                    <a:lstStyle/>
                    <a:p>
                      <a:r>
                        <a:rPr lang="en-GB" sz="900">
                          <a:solidFill>
                            <a:schemeClr val="bg1"/>
                          </a:solidFill>
                        </a:rPr>
                        <a:t>Quoted price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4E6287"/>
                    </a:solidFill>
                  </a:tcPr>
                </a:tc>
                <a:tc>
                  <a:txBody>
                    <a:bodyPr/>
                    <a:lstStyle/>
                    <a:p>
                      <a:r>
                        <a:rPr lang="en-GB" sz="900">
                          <a:solidFill>
                            <a:schemeClr val="bg1"/>
                          </a:solidFill>
                        </a:rPr>
                        <a:t>Target price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4E6287"/>
                    </a:solidFill>
                  </a:tcPr>
                </a:tc>
                <a:tc>
                  <a:txBody>
                    <a:bodyPr/>
                    <a:lstStyle/>
                    <a:p>
                      <a:r>
                        <a:rPr lang="en-GB" sz="900">
                          <a:solidFill>
                            <a:schemeClr val="bg1"/>
                          </a:solidFill>
                        </a:rPr>
                        <a:t>Quoted quantity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4E6287"/>
                    </a:solidFill>
                  </a:tcPr>
                </a:tc>
                <a:tc>
                  <a:txBody>
                    <a:bodyPr/>
                    <a:lstStyle/>
                    <a:p>
                      <a:r>
                        <a:rPr lang="en-GB" sz="900">
                          <a:solidFill>
                            <a:schemeClr val="bg1"/>
                          </a:solidFill>
                        </a:rPr>
                        <a:t>Expected frequency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4E6287"/>
                    </a:solidFill>
                  </a:tcPr>
                </a:tc>
                <a:tc>
                  <a:txBody>
                    <a:bodyPr/>
                    <a:lstStyle/>
                    <a:p>
                      <a:r>
                        <a:rPr lang="en-GB" sz="900">
                          <a:solidFill>
                            <a:schemeClr val="bg1"/>
                          </a:solidFill>
                        </a:rPr>
                        <a:t>Proportion of deal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solidFill>
                  </a:tcPr>
                </a:tc>
                <a:tc>
                  <a:txBody>
                    <a:bodyPr/>
                    <a:lstStyle/>
                    <a:p>
                      <a:r>
                        <a:rPr lang="en-GB" sz="900">
                          <a:solidFill>
                            <a:schemeClr val="bg1"/>
                          </a:solidFill>
                        </a:rPr>
                        <a:t>Discount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solidFill>
                  </a:tcPr>
                </a:tc>
                <a:tc>
                  <a:txBody>
                    <a:bodyPr/>
                    <a:lstStyle/>
                    <a:p>
                      <a:r>
                        <a:rPr lang="en-GB" sz="900">
                          <a:solidFill>
                            <a:schemeClr val="bg1"/>
                          </a:solidFill>
                        </a:rPr>
                        <a:t>Annualized Bid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solidFill>
                  </a:tcPr>
                </a:tc>
                <a:tc>
                  <a:txBody>
                    <a:bodyPr/>
                    <a:lstStyle/>
                    <a:p>
                      <a:r>
                        <a:rPr lang="en-GB" sz="900">
                          <a:solidFill>
                            <a:schemeClr val="bg1"/>
                          </a:solidFill>
                        </a:rPr>
                        <a:t>wAvg Discount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solidFill>
                  </a:tcPr>
                </a:tc>
                <a:extLst>
                  <a:ext uri="{0D108BD9-81ED-4DB2-BD59-A6C34878D82A}">
                    <a16:rowId xmlns:a16="http://schemas.microsoft.com/office/drawing/2014/main" val="1879523924"/>
                  </a:ext>
                </a:extLst>
              </a:tr>
              <a:tr h="212519">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b="0"/>
                        <a:t>Deal_12345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b="0"/>
                        <a:t>ABC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b="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b="0"/>
                        <a:t>Ind. Solutions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b="0"/>
                        <a:t>4/27/2026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b="0"/>
                        <a:t>PL1: amine-based control oils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b="0"/>
                        <a:t>2033-68 - NXT 717 - PREM AM-RC OIL -- 55G DRUM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b="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b="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b="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b="0"/>
                        <a:t>Bi-yearly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b="0"/>
                        <a:t>66.7%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b="0"/>
                        <a:t>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b="0"/>
                        <a:t>$15.000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b="0"/>
                        <a:t>27.6%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57158886"/>
                  </a:ext>
                </a:extLst>
              </a:tr>
              <a:tr h="166320">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b="0"/>
                        <a:t>Deal_12345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ABC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Ind. Solutions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4/27/2026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PL1: fire resistant fluids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b="0"/>
                        <a:t>SEAL SAFE FRH-46-WG 208L/55G -- 55G DRUM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2000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2500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Bi-yearly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26.7%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$15.000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27.6%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377028365"/>
                  </a:ext>
                </a:extLst>
              </a:tr>
              <a:tr h="166320">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b="0"/>
                        <a:t>Deal_12345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ABC</a:t>
                      </a: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D</a:t>
                      </a: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Ind. Solutions</a:t>
                      </a: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4/27/2026</a:t>
                      </a: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PL1: neutral process cleaners</a:t>
                      </a: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pt-BR" sz="900"/>
                        <a:t>BIO-TEC 225 NEUTRAL -- 5G PAIL</a:t>
                      </a: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a:t>250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a:t>250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a:t>Bi-yearly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a:t>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$15.000</a:t>
                      </a: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GB" sz="900" b="0"/>
                        <a:t>27.6%</a:t>
                      </a: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07008750"/>
                  </a:ext>
                </a:extLst>
              </a:tr>
              <a:tr h="0">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srgbClr val="000000"/>
                          </a:solidFill>
                          <a:effectLst/>
                          <a:uLnTx/>
                          <a:uFillTx/>
                          <a:latin typeface="Calibri"/>
                          <a:ea typeface="+mn-ea"/>
                          <a:cs typeface="+mn-cs"/>
                        </a:rPr>
                        <a:t>…</a:t>
                      </a: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srgbClr val="000000"/>
                          </a:solidFill>
                          <a:effectLst/>
                          <a:uLnTx/>
                          <a:uFillTx/>
                          <a:latin typeface="Calibri"/>
                          <a:ea typeface="+mn-ea"/>
                          <a:cs typeface="+mn-cs"/>
                        </a:rPr>
                        <a:t>…</a:t>
                      </a: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srgbClr val="000000"/>
                          </a:solidFill>
                          <a:effectLst/>
                          <a:uLnTx/>
                          <a:uFillTx/>
                          <a:latin typeface="Calibri"/>
                          <a:ea typeface="+mn-ea"/>
                          <a:cs typeface="+mn-cs"/>
                        </a:rPr>
                        <a:t>…</a:t>
                      </a: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srgbClr val="000000"/>
                          </a:solidFill>
                          <a:effectLst/>
                          <a:uLnTx/>
                          <a:uFillTx/>
                          <a:latin typeface="Calibri"/>
                          <a:ea typeface="+mn-ea"/>
                          <a:cs typeface="+mn-cs"/>
                        </a:rPr>
                        <a:t>…</a:t>
                      </a: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srgbClr val="000000"/>
                          </a:solidFill>
                          <a:effectLst/>
                          <a:uLnTx/>
                          <a:uFillTx/>
                          <a:latin typeface="Calibri"/>
                          <a:ea typeface="+mn-ea"/>
                          <a:cs typeface="+mn-cs"/>
                        </a:rPr>
                        <a:t>…</a:t>
                      </a: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srgbClr val="000000"/>
                          </a:solidFill>
                          <a:effectLst/>
                          <a:uLnTx/>
                          <a:uFillTx/>
                          <a:latin typeface="Calibri"/>
                          <a:ea typeface="+mn-ea"/>
                          <a:cs typeface="+mn-cs"/>
                        </a:rPr>
                        <a:t>…</a:t>
                      </a: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srgbClr val="000000"/>
                          </a:solidFill>
                          <a:effectLst/>
                          <a:uLnTx/>
                          <a:uFillTx/>
                          <a:latin typeface="Calibri"/>
                          <a:ea typeface="+mn-ea"/>
                          <a:cs typeface="+mn-cs"/>
                        </a:rPr>
                        <a:t>…</a:t>
                      </a: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srgbClr val="000000"/>
                          </a:solidFill>
                          <a:effectLst/>
                          <a:uLnTx/>
                          <a:uFillTx/>
                          <a:latin typeface="Calibri"/>
                          <a:ea typeface="+mn-ea"/>
                          <a:cs typeface="+mn-cs"/>
                        </a:rPr>
                        <a:t>…</a:t>
                      </a: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srgbClr val="000000"/>
                          </a:solidFill>
                          <a:effectLst/>
                          <a:uLnTx/>
                          <a:uFillTx/>
                          <a:latin typeface="Calibri"/>
                          <a:ea typeface="+mn-ea"/>
                          <a:cs typeface="+mn-cs"/>
                        </a:rPr>
                        <a:t>…</a:t>
                      </a: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srgbClr val="000000"/>
                          </a:solidFill>
                          <a:effectLst/>
                          <a:uLnTx/>
                          <a:uFillTx/>
                          <a:latin typeface="Calibri"/>
                          <a:ea typeface="+mn-ea"/>
                          <a:cs typeface="+mn-cs"/>
                        </a:rPr>
                        <a:t>…</a:t>
                      </a: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endParaRPr lang="en-GB"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GB" sz="90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6445343"/>
                  </a:ext>
                </a:extLst>
              </a:tr>
            </a:tbl>
          </a:graphicData>
        </a:graphic>
      </p:graphicFrame>
      <p:sp>
        <p:nvSpPr>
          <p:cNvPr id="18" name="TextBox 17">
            <a:extLst>
              <a:ext uri="{FF2B5EF4-FFF2-40B4-BE49-F238E27FC236}">
                <a16:creationId xmlns:a16="http://schemas.microsoft.com/office/drawing/2014/main" id="{7C2FD7B0-995B-5CC8-3303-6829AA651B57}"/>
              </a:ext>
            </a:extLst>
          </p:cNvPr>
          <p:cNvSpPr txBox="1"/>
          <p:nvPr/>
        </p:nvSpPr>
        <p:spPr>
          <a:xfrm>
            <a:off x="1166314" y="2103478"/>
            <a:ext cx="2204720" cy="215444"/>
          </a:xfrm>
          <a:prstGeom prst="rect">
            <a:avLst/>
          </a:prstGeom>
          <a:noFill/>
        </p:spPr>
        <p:txBody>
          <a:bodyPr wrap="square" lIns="0" tIns="0" rIns="0" bIns="0" rtlCol="0">
            <a:spAutoFit/>
          </a:bodyPr>
          <a:lstStyle/>
          <a:p>
            <a:pPr algn="ctr"/>
            <a:r>
              <a:rPr lang="en-GB" sz="1400" b="1" kern="0"/>
              <a:t>Deal-level info</a:t>
            </a:r>
          </a:p>
        </p:txBody>
      </p:sp>
      <p:sp>
        <p:nvSpPr>
          <p:cNvPr id="19" name="TextBox 18">
            <a:extLst>
              <a:ext uri="{FF2B5EF4-FFF2-40B4-BE49-F238E27FC236}">
                <a16:creationId xmlns:a16="http://schemas.microsoft.com/office/drawing/2014/main" id="{07F2088C-176B-965E-B387-F4182228A75D}"/>
              </a:ext>
            </a:extLst>
          </p:cNvPr>
          <p:cNvSpPr txBox="1"/>
          <p:nvPr/>
        </p:nvSpPr>
        <p:spPr>
          <a:xfrm>
            <a:off x="5310684" y="2103478"/>
            <a:ext cx="2204720" cy="215444"/>
          </a:xfrm>
          <a:prstGeom prst="rect">
            <a:avLst/>
          </a:prstGeom>
          <a:noFill/>
        </p:spPr>
        <p:txBody>
          <a:bodyPr wrap="square" lIns="0" tIns="0" rIns="0" bIns="0" rtlCol="0">
            <a:spAutoFit/>
          </a:bodyPr>
          <a:lstStyle/>
          <a:p>
            <a:pPr algn="ctr"/>
            <a:r>
              <a:rPr lang="en-GB" sz="1400" b="1" kern="0"/>
              <a:t>SKU-level info</a:t>
            </a:r>
          </a:p>
        </p:txBody>
      </p:sp>
      <p:sp>
        <p:nvSpPr>
          <p:cNvPr id="20" name="TextBox 19">
            <a:extLst>
              <a:ext uri="{FF2B5EF4-FFF2-40B4-BE49-F238E27FC236}">
                <a16:creationId xmlns:a16="http://schemas.microsoft.com/office/drawing/2014/main" id="{7CB14EB7-E389-F38F-50FB-EBD63B032978}"/>
              </a:ext>
            </a:extLst>
          </p:cNvPr>
          <p:cNvSpPr txBox="1"/>
          <p:nvPr/>
        </p:nvSpPr>
        <p:spPr>
          <a:xfrm>
            <a:off x="9200295" y="2103478"/>
            <a:ext cx="2204720" cy="215444"/>
          </a:xfrm>
          <a:prstGeom prst="rect">
            <a:avLst/>
          </a:prstGeom>
          <a:noFill/>
        </p:spPr>
        <p:txBody>
          <a:bodyPr wrap="square" lIns="0" tIns="0" rIns="0" bIns="0" rtlCol="0">
            <a:spAutoFit/>
          </a:bodyPr>
          <a:lstStyle/>
          <a:p>
            <a:pPr algn="ctr"/>
            <a:r>
              <a:rPr lang="en-GB" sz="1400" b="1" kern="0"/>
              <a:t>Calculated fields</a:t>
            </a:r>
          </a:p>
        </p:txBody>
      </p:sp>
    </p:spTree>
    <p:extLst>
      <p:ext uri="{BB962C8B-B14F-4D97-AF65-F5344CB8AC3E}">
        <p14:creationId xmlns:p14="http://schemas.microsoft.com/office/powerpoint/2010/main" val="499422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243F658-6507-9F13-F363-8F256476E24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F243F658-6507-9F13-F363-8F256476E2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073049FF-4315-D874-C89F-C9F98CBE0756}"/>
              </a:ext>
            </a:extLst>
          </p:cNvPr>
          <p:cNvSpPr>
            <a:spLocks noGrp="1"/>
          </p:cNvSpPr>
          <p:nvPr>
            <p:ph type="title"/>
          </p:nvPr>
        </p:nvSpPr>
        <p:spPr/>
        <p:txBody>
          <a:bodyPr vert="horz"/>
          <a:lstStyle/>
          <a:p>
            <a:r>
              <a:rPr lang="en-GB"/>
              <a:t>Comparable deals | Backend/frontend logic</a:t>
            </a:r>
          </a:p>
        </p:txBody>
      </p:sp>
      <p:sp>
        <p:nvSpPr>
          <p:cNvPr id="14" name="Content Placeholder 13">
            <a:extLst>
              <a:ext uri="{FF2B5EF4-FFF2-40B4-BE49-F238E27FC236}">
                <a16:creationId xmlns:a16="http://schemas.microsoft.com/office/drawing/2014/main" id="{1112FA14-0694-73A3-CC34-A46C136731FF}"/>
              </a:ext>
            </a:extLst>
          </p:cNvPr>
          <p:cNvSpPr>
            <a:spLocks noGrp="1"/>
          </p:cNvSpPr>
          <p:nvPr>
            <p:ph idx="11"/>
          </p:nvPr>
        </p:nvSpPr>
        <p:spPr/>
        <p:txBody>
          <a:bodyPr/>
          <a:lstStyle/>
          <a:p>
            <a:pPr marL="228600" indent="-228600">
              <a:buFont typeface="+mj-lt"/>
              <a:buAutoNum type="arabicPeriod"/>
            </a:pPr>
            <a:r>
              <a:rPr lang="en-US" sz="1200" b="1">
                <a:solidFill>
                  <a:srgbClr val="4E6287"/>
                </a:solidFill>
              </a:rPr>
              <a:t>Create live basket table</a:t>
            </a:r>
            <a:r>
              <a:rPr lang="en-US" sz="1200"/>
              <a:t>: One row per live deal SKU, with each SKU’s proportion of the total live basket.</a:t>
            </a:r>
          </a:p>
          <a:p>
            <a:pPr marL="228600" indent="-228600">
              <a:buFont typeface="+mj-lt"/>
              <a:buAutoNum type="arabicPeriod"/>
            </a:pPr>
            <a:r>
              <a:rPr lang="en-US" sz="1200" b="1">
                <a:solidFill>
                  <a:srgbClr val="4E6287"/>
                </a:solidFill>
              </a:rPr>
              <a:t>Join to historical transactions</a:t>
            </a:r>
            <a:r>
              <a:rPr lang="en-US" sz="1200"/>
              <a:t>: Inner join the live basket to the historical transaction table on SKU, keeping only historical rows where the SKU exists in the live basket.</a:t>
            </a:r>
          </a:p>
          <a:p>
            <a:pPr marL="228600" indent="-228600">
              <a:buFont typeface="+mj-lt"/>
              <a:buAutoNum type="arabicPeriod"/>
            </a:pPr>
            <a:r>
              <a:rPr lang="en-US" sz="1200" b="1">
                <a:solidFill>
                  <a:schemeClr val="accent6"/>
                </a:solidFill>
              </a:rPr>
              <a:t>Calculate overlap contribution</a:t>
            </a:r>
            <a:r>
              <a:rPr lang="en-US" sz="1200"/>
              <a:t>: Keep the lower value between live proportion and historical proportion as the SKU-level overlap contribution.</a:t>
            </a:r>
          </a:p>
          <a:p>
            <a:pPr marL="228600" indent="-228600">
              <a:buFont typeface="+mj-lt"/>
              <a:buAutoNum type="arabicPeriod"/>
            </a:pPr>
            <a:r>
              <a:rPr lang="en-US" sz="1200" b="1">
                <a:solidFill>
                  <a:schemeClr val="accent6"/>
                </a:solidFill>
              </a:rPr>
              <a:t>Roll up to deal level</a:t>
            </a:r>
            <a:r>
              <a:rPr lang="en-US" sz="1200"/>
              <a:t>: Sum overlap contributions by historical Deal ID to calculate the basket similarity score, then rank deals highest to lowest.</a:t>
            </a:r>
          </a:p>
          <a:p>
            <a:pPr marL="228600" indent="-228600">
              <a:buFont typeface="+mj-lt"/>
              <a:buAutoNum type="arabicPeriod"/>
            </a:pPr>
            <a:r>
              <a:rPr lang="en-US" sz="1200" b="1">
                <a:solidFill>
                  <a:schemeClr val="accent6"/>
                </a:solidFill>
              </a:rPr>
              <a:t>Add benchmark fields</a:t>
            </a:r>
            <a:r>
              <a:rPr lang="en-US" sz="1200"/>
              <a:t>: Add back deal-level fields like annualized bid value and weighted average discount %, which are used for the comparable deals output and scatterplot.</a:t>
            </a:r>
            <a:endParaRPr lang="en-GB" sz="1200"/>
          </a:p>
        </p:txBody>
      </p:sp>
      <p:graphicFrame>
        <p:nvGraphicFramePr>
          <p:cNvPr id="18" name="Table 17">
            <a:extLst>
              <a:ext uri="{FF2B5EF4-FFF2-40B4-BE49-F238E27FC236}">
                <a16:creationId xmlns:a16="http://schemas.microsoft.com/office/drawing/2014/main" id="{757F3200-2287-99B1-9268-BC1568BFF405}"/>
              </a:ext>
            </a:extLst>
          </p:cNvPr>
          <p:cNvGraphicFramePr>
            <a:graphicFrameLocks noGrp="1"/>
          </p:cNvGraphicFramePr>
          <p:nvPr/>
        </p:nvGraphicFramePr>
        <p:xfrm>
          <a:off x="457199" y="3713728"/>
          <a:ext cx="6234222" cy="2687072"/>
        </p:xfrm>
        <a:graphic>
          <a:graphicData uri="http://schemas.openxmlformats.org/drawingml/2006/table">
            <a:tbl>
              <a:tblPr firstRow="1" bandRow="1">
                <a:tableStyleId>{69C7853C-536D-4A76-A0AE-DD22124D55A5}</a:tableStyleId>
              </a:tblPr>
              <a:tblGrid>
                <a:gridCol w="1039037">
                  <a:extLst>
                    <a:ext uri="{9D8B030D-6E8A-4147-A177-3AD203B41FA5}">
                      <a16:colId xmlns:a16="http://schemas.microsoft.com/office/drawing/2014/main" val="1762845234"/>
                    </a:ext>
                  </a:extLst>
                </a:gridCol>
                <a:gridCol w="1039037">
                  <a:extLst>
                    <a:ext uri="{9D8B030D-6E8A-4147-A177-3AD203B41FA5}">
                      <a16:colId xmlns:a16="http://schemas.microsoft.com/office/drawing/2014/main" val="2950244585"/>
                    </a:ext>
                  </a:extLst>
                </a:gridCol>
                <a:gridCol w="1039037">
                  <a:extLst>
                    <a:ext uri="{9D8B030D-6E8A-4147-A177-3AD203B41FA5}">
                      <a16:colId xmlns:a16="http://schemas.microsoft.com/office/drawing/2014/main" val="3964233681"/>
                    </a:ext>
                  </a:extLst>
                </a:gridCol>
                <a:gridCol w="1039037">
                  <a:extLst>
                    <a:ext uri="{9D8B030D-6E8A-4147-A177-3AD203B41FA5}">
                      <a16:colId xmlns:a16="http://schemas.microsoft.com/office/drawing/2014/main" val="1841007584"/>
                    </a:ext>
                  </a:extLst>
                </a:gridCol>
                <a:gridCol w="1039037">
                  <a:extLst>
                    <a:ext uri="{9D8B030D-6E8A-4147-A177-3AD203B41FA5}">
                      <a16:colId xmlns:a16="http://schemas.microsoft.com/office/drawing/2014/main" val="1834079701"/>
                    </a:ext>
                  </a:extLst>
                </a:gridCol>
                <a:gridCol w="1039037">
                  <a:extLst>
                    <a:ext uri="{9D8B030D-6E8A-4147-A177-3AD203B41FA5}">
                      <a16:colId xmlns:a16="http://schemas.microsoft.com/office/drawing/2014/main" val="1338473596"/>
                    </a:ext>
                  </a:extLst>
                </a:gridCol>
              </a:tblGrid>
              <a:tr h="124996">
                <a:tc>
                  <a:txBody>
                    <a:bodyPr/>
                    <a:lstStyle/>
                    <a:p>
                      <a:pPr algn="ctr">
                        <a:buNone/>
                      </a:pPr>
                      <a:r>
                        <a:rPr lang="en-US" sz="1000" b="1"/>
                        <a:t>Deal ID</a:t>
                      </a:r>
                    </a:p>
                  </a:txBody>
                  <a:tcPr anchor="ctr">
                    <a:solidFill>
                      <a:srgbClr val="4E6287"/>
                    </a:solidFill>
                  </a:tcPr>
                </a:tc>
                <a:tc>
                  <a:txBody>
                    <a:bodyPr/>
                    <a:lstStyle/>
                    <a:p>
                      <a:pPr algn="ctr">
                        <a:buNone/>
                      </a:pPr>
                      <a:r>
                        <a:rPr lang="en-US" sz="1000" b="1"/>
                        <a:t>SKU</a:t>
                      </a:r>
                    </a:p>
                  </a:txBody>
                  <a:tcPr anchor="ctr">
                    <a:solidFill>
                      <a:srgbClr val="4E6287"/>
                    </a:solidFill>
                  </a:tcPr>
                </a:tc>
                <a:tc>
                  <a:txBody>
                    <a:bodyPr/>
                    <a:lstStyle/>
                    <a:p>
                      <a:pPr algn="ctr">
                        <a:buNone/>
                      </a:pPr>
                      <a:r>
                        <a:rPr lang="en-US" sz="1000" b="1"/>
                        <a:t>Live share</a:t>
                      </a:r>
                    </a:p>
                  </a:txBody>
                  <a:tcPr anchor="ctr">
                    <a:solidFill>
                      <a:srgbClr val="4E6287"/>
                    </a:solidFill>
                  </a:tcPr>
                </a:tc>
                <a:tc>
                  <a:txBody>
                    <a:bodyPr/>
                    <a:lstStyle/>
                    <a:p>
                      <a:pPr algn="ctr">
                        <a:buNone/>
                      </a:pPr>
                      <a:r>
                        <a:rPr lang="en-US" sz="1000" b="1"/>
                        <a:t>Hist. share</a:t>
                      </a:r>
                    </a:p>
                  </a:txBody>
                  <a:tcPr anchor="ctr">
                    <a:solidFill>
                      <a:srgbClr val="4E6287"/>
                    </a:solidFill>
                  </a:tcPr>
                </a:tc>
                <a:tc>
                  <a:txBody>
                    <a:bodyPr/>
                    <a:lstStyle/>
                    <a:p>
                      <a:pPr algn="ctr">
                        <a:buNone/>
                      </a:pPr>
                      <a:r>
                        <a:rPr lang="en-US" sz="1000" b="1"/>
                        <a:t>Overlap (min)</a:t>
                      </a:r>
                    </a:p>
                  </a:txBody>
                  <a:tcPr anchor="ctr">
                    <a:solidFill>
                      <a:schemeClr val="accent6"/>
                    </a:solidFill>
                  </a:tcPr>
                </a:tc>
                <a:tc>
                  <a:txBody>
                    <a:bodyPr/>
                    <a:lstStyle/>
                    <a:p>
                      <a:pPr algn="ctr">
                        <a:buNone/>
                      </a:pPr>
                      <a:r>
                        <a:rPr lang="en-US" sz="1000" b="1"/>
                        <a:t>Similarity score</a:t>
                      </a:r>
                    </a:p>
                  </a:txBody>
                  <a:tcPr anchor="ctr">
                    <a:solidFill>
                      <a:schemeClr val="accent6"/>
                    </a:solidFill>
                  </a:tcPr>
                </a:tc>
                <a:extLst>
                  <a:ext uri="{0D108BD9-81ED-4DB2-BD59-A6C34878D82A}">
                    <a16:rowId xmlns:a16="http://schemas.microsoft.com/office/drawing/2014/main" val="2848806788"/>
                  </a:ext>
                </a:extLst>
              </a:tr>
              <a:tr h="610808">
                <a:tc>
                  <a:txBody>
                    <a:bodyPr/>
                    <a:lstStyle/>
                    <a:p>
                      <a:pPr algn="ctr">
                        <a:buNone/>
                      </a:pPr>
                      <a:r>
                        <a:rPr lang="en-US" sz="1000" b="1"/>
                        <a:t>Deal_12345</a:t>
                      </a:r>
                    </a:p>
                  </a:txBody>
                  <a:tcPr anchor="ctr"/>
                </a:tc>
                <a:tc>
                  <a:txBody>
                    <a:bodyPr/>
                    <a:lstStyle/>
                    <a:p>
                      <a:pPr algn="ctr">
                        <a:buNone/>
                      </a:pPr>
                      <a:r>
                        <a:rPr lang="en-US" sz="1000"/>
                        <a:t>SKU A</a:t>
                      </a:r>
                    </a:p>
                  </a:txBody>
                  <a:tcPr anchor="ctr"/>
                </a:tc>
                <a:tc>
                  <a:txBody>
                    <a:bodyPr/>
                    <a:lstStyle/>
                    <a:p>
                      <a:pPr algn="ctr">
                        <a:buNone/>
                      </a:pPr>
                      <a:r>
                        <a:rPr lang="en-US" sz="1000"/>
                        <a:t>60%</a:t>
                      </a:r>
                    </a:p>
                  </a:txBody>
                  <a:tcPr anchor="ctr"/>
                </a:tc>
                <a:tc>
                  <a:txBody>
                    <a:bodyPr/>
                    <a:lstStyle/>
                    <a:p>
                      <a:pPr algn="ctr">
                        <a:buNone/>
                      </a:pPr>
                      <a:r>
                        <a:rPr lang="en-US" sz="1000"/>
                        <a:t>30%</a:t>
                      </a:r>
                    </a:p>
                  </a:txBody>
                  <a:tcPr anchor="ctr"/>
                </a:tc>
                <a:tc>
                  <a:txBody>
                    <a:bodyPr/>
                    <a:lstStyle/>
                    <a:p>
                      <a:pPr algn="ctr">
                        <a:buNone/>
                      </a:pPr>
                      <a:r>
                        <a:rPr lang="en-US" sz="1000" b="1"/>
                        <a:t>30%</a:t>
                      </a:r>
                      <a:endParaRPr lang="en-US" sz="1000"/>
                    </a:p>
                  </a:txBody>
                  <a:tcPr anchor="ctr"/>
                </a:tc>
                <a:tc>
                  <a:txBody>
                    <a:bodyPr/>
                    <a:lstStyle/>
                    <a:p>
                      <a:pPr algn="ctr">
                        <a:buNone/>
                      </a:pPr>
                      <a:r>
                        <a:rPr lang="en-US" sz="1000" b="1"/>
                        <a:t>50%</a:t>
                      </a:r>
                      <a:endParaRPr lang="en-US" sz="1000"/>
                    </a:p>
                  </a:txBody>
                  <a:tcPr anchor="ctr"/>
                </a:tc>
                <a:extLst>
                  <a:ext uri="{0D108BD9-81ED-4DB2-BD59-A6C34878D82A}">
                    <a16:rowId xmlns:a16="http://schemas.microsoft.com/office/drawing/2014/main" val="3177183447"/>
                  </a:ext>
                </a:extLst>
              </a:tr>
              <a:tr h="610808">
                <a:tc>
                  <a:txBody>
                    <a:bodyPr/>
                    <a:lstStyle/>
                    <a:p>
                      <a:pPr algn="ctr">
                        <a:buNone/>
                      </a:pPr>
                      <a:r>
                        <a:rPr lang="en-US" sz="1000"/>
                        <a:t>Deal_12345</a:t>
                      </a:r>
                    </a:p>
                  </a:txBody>
                  <a:tcPr anchor="ctr"/>
                </a:tc>
                <a:tc>
                  <a:txBody>
                    <a:bodyPr/>
                    <a:lstStyle/>
                    <a:p>
                      <a:pPr algn="ctr">
                        <a:buNone/>
                      </a:pPr>
                      <a:r>
                        <a:rPr lang="en-US" sz="1000"/>
                        <a:t>SKU B</a:t>
                      </a:r>
                    </a:p>
                  </a:txBody>
                  <a:tcPr anchor="ctr"/>
                </a:tc>
                <a:tc>
                  <a:txBody>
                    <a:bodyPr/>
                    <a:lstStyle/>
                    <a:p>
                      <a:pPr algn="ctr">
                        <a:buNone/>
                      </a:pPr>
                      <a:r>
                        <a:rPr lang="en-US" sz="1000"/>
                        <a:t>40%</a:t>
                      </a:r>
                    </a:p>
                  </a:txBody>
                  <a:tcPr anchor="ctr"/>
                </a:tc>
                <a:tc>
                  <a:txBody>
                    <a:bodyPr/>
                    <a:lstStyle/>
                    <a:p>
                      <a:pPr algn="ctr">
                        <a:buNone/>
                      </a:pPr>
                      <a:r>
                        <a:rPr lang="en-US" sz="1000"/>
                        <a:t>20%</a:t>
                      </a:r>
                    </a:p>
                  </a:txBody>
                  <a:tcPr anchor="ctr"/>
                </a:tc>
                <a:tc>
                  <a:txBody>
                    <a:bodyPr/>
                    <a:lstStyle/>
                    <a:p>
                      <a:pPr algn="ctr">
                        <a:buNone/>
                      </a:pPr>
                      <a:r>
                        <a:rPr lang="en-US" sz="1000" b="1"/>
                        <a:t>20%</a:t>
                      </a:r>
                      <a:endParaRPr lang="en-US" sz="1000"/>
                    </a:p>
                  </a:txBody>
                  <a:tcPr anchor="ctr"/>
                </a:tc>
                <a:tc>
                  <a:txBody>
                    <a:bodyPr/>
                    <a:lstStyle/>
                    <a:p>
                      <a:pPr algn="ctr">
                        <a:buNone/>
                      </a:pPr>
                      <a:r>
                        <a:rPr lang="en-US" sz="1000" b="1"/>
                        <a:t>50%</a:t>
                      </a:r>
                      <a:endParaRPr lang="en-US" sz="1000"/>
                    </a:p>
                  </a:txBody>
                  <a:tcPr anchor="ctr"/>
                </a:tc>
                <a:extLst>
                  <a:ext uri="{0D108BD9-81ED-4DB2-BD59-A6C34878D82A}">
                    <a16:rowId xmlns:a16="http://schemas.microsoft.com/office/drawing/2014/main" val="1737659197"/>
                  </a:ext>
                </a:extLst>
              </a:tr>
              <a:tr h="610808">
                <a:tc>
                  <a:txBody>
                    <a:bodyPr/>
                    <a:lstStyle/>
                    <a:p>
                      <a:pPr algn="ctr">
                        <a:buNone/>
                      </a:pPr>
                      <a:r>
                        <a:rPr lang="en-US" sz="1000" b="1"/>
                        <a:t>Deal_67890</a:t>
                      </a:r>
                    </a:p>
                  </a:txBody>
                  <a:tcPr anchor="ctr"/>
                </a:tc>
                <a:tc>
                  <a:txBody>
                    <a:bodyPr/>
                    <a:lstStyle/>
                    <a:p>
                      <a:pPr algn="ctr">
                        <a:buNone/>
                      </a:pPr>
                      <a:r>
                        <a:rPr lang="en-US" sz="1000"/>
                        <a:t>SKU A</a:t>
                      </a:r>
                    </a:p>
                  </a:txBody>
                  <a:tcPr anchor="ctr"/>
                </a:tc>
                <a:tc>
                  <a:txBody>
                    <a:bodyPr/>
                    <a:lstStyle/>
                    <a:p>
                      <a:pPr algn="ctr">
                        <a:buNone/>
                      </a:pPr>
                      <a:r>
                        <a:rPr lang="en-US" sz="1000"/>
                        <a:t>60%</a:t>
                      </a:r>
                    </a:p>
                  </a:txBody>
                  <a:tcPr anchor="ctr"/>
                </a:tc>
                <a:tc>
                  <a:txBody>
                    <a:bodyPr/>
                    <a:lstStyle/>
                    <a:p>
                      <a:pPr algn="ctr">
                        <a:buNone/>
                      </a:pPr>
                      <a:r>
                        <a:rPr lang="en-US" sz="1000"/>
                        <a:t>70%</a:t>
                      </a:r>
                    </a:p>
                  </a:txBody>
                  <a:tcPr anchor="ctr"/>
                </a:tc>
                <a:tc>
                  <a:txBody>
                    <a:bodyPr/>
                    <a:lstStyle/>
                    <a:p>
                      <a:pPr algn="ctr">
                        <a:buNone/>
                      </a:pPr>
                      <a:r>
                        <a:rPr lang="en-US" sz="1000" b="1"/>
                        <a:t>60%</a:t>
                      </a:r>
                      <a:endParaRPr lang="en-US" sz="1000"/>
                    </a:p>
                  </a:txBody>
                  <a:tcPr anchor="ctr"/>
                </a:tc>
                <a:tc>
                  <a:txBody>
                    <a:bodyPr/>
                    <a:lstStyle/>
                    <a:p>
                      <a:pPr algn="ctr">
                        <a:buNone/>
                      </a:pPr>
                      <a:r>
                        <a:rPr lang="en-US" sz="1000" b="1"/>
                        <a:t>60%</a:t>
                      </a:r>
                      <a:endParaRPr lang="en-US" sz="1000"/>
                    </a:p>
                  </a:txBody>
                  <a:tcPr anchor="ctr"/>
                </a:tc>
                <a:extLst>
                  <a:ext uri="{0D108BD9-81ED-4DB2-BD59-A6C34878D82A}">
                    <a16:rowId xmlns:a16="http://schemas.microsoft.com/office/drawing/2014/main" val="1166111350"/>
                  </a:ext>
                </a:extLst>
              </a:tr>
              <a:tr h="610808">
                <a:tc>
                  <a:txBody>
                    <a:bodyPr/>
                    <a:lstStyle/>
                    <a:p>
                      <a:pPr algn="ctr">
                        <a:buNone/>
                      </a:pPr>
                      <a:r>
                        <a:rPr lang="en-US" sz="1000" b="1"/>
                        <a:t>Deal_99999</a:t>
                      </a:r>
                    </a:p>
                  </a:txBody>
                  <a:tcPr anchor="ctr"/>
                </a:tc>
                <a:tc>
                  <a:txBody>
                    <a:bodyPr/>
                    <a:lstStyle/>
                    <a:p>
                      <a:pPr algn="ctr">
                        <a:buNone/>
                      </a:pPr>
                      <a:r>
                        <a:rPr lang="en-US" sz="1000"/>
                        <a:t>SKU B</a:t>
                      </a:r>
                    </a:p>
                  </a:txBody>
                  <a:tcPr anchor="ctr"/>
                </a:tc>
                <a:tc>
                  <a:txBody>
                    <a:bodyPr/>
                    <a:lstStyle/>
                    <a:p>
                      <a:pPr algn="ctr">
                        <a:buNone/>
                      </a:pPr>
                      <a:r>
                        <a:rPr lang="en-US" sz="1000"/>
                        <a:t>40%</a:t>
                      </a:r>
                    </a:p>
                  </a:txBody>
                  <a:tcPr anchor="ctr"/>
                </a:tc>
                <a:tc>
                  <a:txBody>
                    <a:bodyPr/>
                    <a:lstStyle/>
                    <a:p>
                      <a:pPr algn="ctr">
                        <a:buNone/>
                      </a:pPr>
                      <a:r>
                        <a:rPr lang="en-US" sz="1000"/>
                        <a:t>80%</a:t>
                      </a:r>
                    </a:p>
                  </a:txBody>
                  <a:tcPr anchor="ctr"/>
                </a:tc>
                <a:tc>
                  <a:txBody>
                    <a:bodyPr/>
                    <a:lstStyle/>
                    <a:p>
                      <a:pPr algn="ctr">
                        <a:buNone/>
                      </a:pPr>
                      <a:r>
                        <a:rPr lang="en-US" sz="1000" b="1"/>
                        <a:t>40%</a:t>
                      </a:r>
                      <a:endParaRPr lang="en-US" sz="1000"/>
                    </a:p>
                  </a:txBody>
                  <a:tcPr anchor="ctr"/>
                </a:tc>
                <a:tc>
                  <a:txBody>
                    <a:bodyPr/>
                    <a:lstStyle/>
                    <a:p>
                      <a:pPr algn="ctr">
                        <a:buNone/>
                      </a:pPr>
                      <a:r>
                        <a:rPr lang="en-US" sz="1000" b="1"/>
                        <a:t>40%</a:t>
                      </a:r>
                      <a:endParaRPr lang="en-US" sz="1000"/>
                    </a:p>
                  </a:txBody>
                  <a:tcPr anchor="ctr"/>
                </a:tc>
                <a:extLst>
                  <a:ext uri="{0D108BD9-81ED-4DB2-BD59-A6C34878D82A}">
                    <a16:rowId xmlns:a16="http://schemas.microsoft.com/office/drawing/2014/main" val="1163372244"/>
                  </a:ext>
                </a:extLst>
              </a:tr>
            </a:tbl>
          </a:graphicData>
        </a:graphic>
      </p:graphicFrame>
      <p:graphicFrame>
        <p:nvGraphicFramePr>
          <p:cNvPr id="19" name="Table 18">
            <a:extLst>
              <a:ext uri="{FF2B5EF4-FFF2-40B4-BE49-F238E27FC236}">
                <a16:creationId xmlns:a16="http://schemas.microsoft.com/office/drawing/2014/main" id="{DB4D9871-6A89-DF11-DAF3-F571F828E110}"/>
              </a:ext>
            </a:extLst>
          </p:cNvPr>
          <p:cNvGraphicFramePr>
            <a:graphicFrameLocks noGrp="1"/>
          </p:cNvGraphicFramePr>
          <p:nvPr/>
        </p:nvGraphicFramePr>
        <p:xfrm>
          <a:off x="7180976" y="3713726"/>
          <a:ext cx="4553825" cy="2687075"/>
        </p:xfrm>
        <a:graphic>
          <a:graphicData uri="http://schemas.openxmlformats.org/drawingml/2006/table">
            <a:tbl>
              <a:tblPr firstRow="1">
                <a:tableStyleId>{69C7853C-536D-4A76-A0AE-DD22124D55A5}</a:tableStyleId>
              </a:tblPr>
              <a:tblGrid>
                <a:gridCol w="553674">
                  <a:extLst>
                    <a:ext uri="{9D8B030D-6E8A-4147-A177-3AD203B41FA5}">
                      <a16:colId xmlns:a16="http://schemas.microsoft.com/office/drawing/2014/main" val="1370796764"/>
                    </a:ext>
                  </a:extLst>
                </a:gridCol>
                <a:gridCol w="813732">
                  <a:extLst>
                    <a:ext uri="{9D8B030D-6E8A-4147-A177-3AD203B41FA5}">
                      <a16:colId xmlns:a16="http://schemas.microsoft.com/office/drawing/2014/main" val="2002775202"/>
                    </a:ext>
                  </a:extLst>
                </a:gridCol>
                <a:gridCol w="1019262">
                  <a:extLst>
                    <a:ext uri="{9D8B030D-6E8A-4147-A177-3AD203B41FA5}">
                      <a16:colId xmlns:a16="http://schemas.microsoft.com/office/drawing/2014/main" val="3218088611"/>
                    </a:ext>
                  </a:extLst>
                </a:gridCol>
                <a:gridCol w="1086374">
                  <a:extLst>
                    <a:ext uri="{9D8B030D-6E8A-4147-A177-3AD203B41FA5}">
                      <a16:colId xmlns:a16="http://schemas.microsoft.com/office/drawing/2014/main" val="4099829199"/>
                    </a:ext>
                  </a:extLst>
                </a:gridCol>
                <a:gridCol w="1080783">
                  <a:extLst>
                    <a:ext uri="{9D8B030D-6E8A-4147-A177-3AD203B41FA5}">
                      <a16:colId xmlns:a16="http://schemas.microsoft.com/office/drawing/2014/main" val="3359286896"/>
                    </a:ext>
                  </a:extLst>
                </a:gridCol>
              </a:tblGrid>
              <a:tr h="246101">
                <a:tc>
                  <a:txBody>
                    <a:bodyPr/>
                    <a:lstStyle/>
                    <a:p>
                      <a:pPr algn="ctr">
                        <a:buNone/>
                      </a:pPr>
                      <a:r>
                        <a:rPr lang="en-US" sz="1000"/>
                        <a:t>Rank</a:t>
                      </a:r>
                    </a:p>
                  </a:txBody>
                  <a:tcPr anchor="ctr"/>
                </a:tc>
                <a:tc>
                  <a:txBody>
                    <a:bodyPr/>
                    <a:lstStyle/>
                    <a:p>
                      <a:pPr algn="ctr">
                        <a:buNone/>
                      </a:pPr>
                      <a:r>
                        <a:rPr lang="en-US" sz="1000"/>
                        <a:t>Deal ID</a:t>
                      </a:r>
                    </a:p>
                  </a:txBody>
                  <a:tcPr anchor="ctr"/>
                </a:tc>
                <a:tc>
                  <a:txBody>
                    <a:bodyPr/>
                    <a:lstStyle/>
                    <a:p>
                      <a:pPr algn="ctr">
                        <a:buNone/>
                      </a:pPr>
                      <a:r>
                        <a:rPr lang="en-US" sz="1000"/>
                        <a:t>Similarity score</a:t>
                      </a:r>
                    </a:p>
                  </a:txBody>
                  <a:tcPr anchor="ctr"/>
                </a:tc>
                <a:tc>
                  <a:txBody>
                    <a:bodyPr/>
                    <a:lstStyle/>
                    <a:p>
                      <a:pPr algn="ctr">
                        <a:buNone/>
                      </a:pPr>
                      <a:r>
                        <a:rPr lang="en-US" sz="1000"/>
                        <a:t>Ann. Bid Value</a:t>
                      </a:r>
                    </a:p>
                  </a:txBody>
                  <a:tcPr anchor="ctr"/>
                </a:tc>
                <a:tc>
                  <a:txBody>
                    <a:bodyPr/>
                    <a:lstStyle/>
                    <a:p>
                      <a:pPr algn="ctr">
                        <a:buNone/>
                      </a:pPr>
                      <a:r>
                        <a:rPr lang="en-US" sz="1000"/>
                        <a:t>wAvg Discount </a:t>
                      </a:r>
                    </a:p>
                  </a:txBody>
                  <a:tcPr anchor="ctr"/>
                </a:tc>
                <a:extLst>
                  <a:ext uri="{0D108BD9-81ED-4DB2-BD59-A6C34878D82A}">
                    <a16:rowId xmlns:a16="http://schemas.microsoft.com/office/drawing/2014/main" val="1876821636"/>
                  </a:ext>
                </a:extLst>
              </a:tr>
              <a:tr h="813658">
                <a:tc>
                  <a:txBody>
                    <a:bodyPr/>
                    <a:lstStyle/>
                    <a:p>
                      <a:pPr algn="ctr">
                        <a:buNone/>
                      </a:pPr>
                      <a:r>
                        <a:rPr lang="en-US" sz="1000"/>
                        <a:t>1</a:t>
                      </a:r>
                    </a:p>
                  </a:txBody>
                  <a:tcPr anchor="ctr"/>
                </a:tc>
                <a:tc>
                  <a:txBody>
                    <a:bodyPr/>
                    <a:lstStyle/>
                    <a:p>
                      <a:pPr algn="ctr">
                        <a:buNone/>
                      </a:pPr>
                      <a:r>
                        <a:rPr lang="en-US" sz="1000"/>
                        <a:t>Deal_67890</a:t>
                      </a:r>
                    </a:p>
                  </a:txBody>
                  <a:tcPr anchor="ctr"/>
                </a:tc>
                <a:tc>
                  <a:txBody>
                    <a:bodyPr/>
                    <a:lstStyle/>
                    <a:p>
                      <a:pPr algn="ctr">
                        <a:buNone/>
                      </a:pPr>
                      <a:r>
                        <a:rPr lang="en-US" sz="1000" b="1"/>
                        <a:t>60%</a:t>
                      </a:r>
                      <a:endParaRPr lang="en-US" sz="1000"/>
                    </a:p>
                  </a:txBody>
                  <a:tcPr anchor="ctr"/>
                </a:tc>
                <a:tc>
                  <a:txBody>
                    <a:bodyPr/>
                    <a:lstStyle/>
                    <a:p>
                      <a:pPr algn="ctr">
                        <a:buNone/>
                      </a:pPr>
                      <a:r>
                        <a:rPr lang="en-US" sz="1000"/>
                        <a:t>$40k</a:t>
                      </a:r>
                    </a:p>
                  </a:txBody>
                  <a:tcPr anchor="ctr"/>
                </a:tc>
                <a:tc>
                  <a:txBody>
                    <a:bodyPr/>
                    <a:lstStyle/>
                    <a:p>
                      <a:pPr algn="ctr">
                        <a:buNone/>
                      </a:pPr>
                      <a:r>
                        <a:rPr lang="en-US" sz="1000"/>
                        <a:t>18.0%</a:t>
                      </a:r>
                    </a:p>
                  </a:txBody>
                  <a:tcPr anchor="ctr"/>
                </a:tc>
                <a:extLst>
                  <a:ext uri="{0D108BD9-81ED-4DB2-BD59-A6C34878D82A}">
                    <a16:rowId xmlns:a16="http://schemas.microsoft.com/office/drawing/2014/main" val="908877130"/>
                  </a:ext>
                </a:extLst>
              </a:tr>
              <a:tr h="813658">
                <a:tc>
                  <a:txBody>
                    <a:bodyPr/>
                    <a:lstStyle/>
                    <a:p>
                      <a:pPr algn="ctr">
                        <a:buNone/>
                      </a:pPr>
                      <a:r>
                        <a:rPr lang="en-US" sz="1000"/>
                        <a:t>2</a:t>
                      </a:r>
                    </a:p>
                  </a:txBody>
                  <a:tcPr anchor="ctr"/>
                </a:tc>
                <a:tc>
                  <a:txBody>
                    <a:bodyPr/>
                    <a:lstStyle/>
                    <a:p>
                      <a:pPr algn="ctr">
                        <a:buNone/>
                      </a:pPr>
                      <a:r>
                        <a:rPr lang="en-US" sz="1000"/>
                        <a:t>Deal_12345</a:t>
                      </a:r>
                    </a:p>
                  </a:txBody>
                  <a:tcPr anchor="ctr"/>
                </a:tc>
                <a:tc>
                  <a:txBody>
                    <a:bodyPr/>
                    <a:lstStyle/>
                    <a:p>
                      <a:pPr algn="ctr">
                        <a:buNone/>
                      </a:pPr>
                      <a:r>
                        <a:rPr lang="en-US" sz="1000" b="1"/>
                        <a:t>50%</a:t>
                      </a:r>
                      <a:endParaRPr lang="en-US" sz="1000"/>
                    </a:p>
                  </a:txBody>
                  <a:tcPr anchor="ctr"/>
                </a:tc>
                <a:tc>
                  <a:txBody>
                    <a:bodyPr/>
                    <a:lstStyle/>
                    <a:p>
                      <a:pPr algn="ctr">
                        <a:buNone/>
                      </a:pPr>
                      <a:r>
                        <a:rPr lang="en-US" sz="1000"/>
                        <a:t>$15k</a:t>
                      </a:r>
                    </a:p>
                  </a:txBody>
                  <a:tcPr anchor="ctr"/>
                </a:tc>
                <a:tc>
                  <a:txBody>
                    <a:bodyPr/>
                    <a:lstStyle/>
                    <a:p>
                      <a:pPr algn="ctr">
                        <a:buNone/>
                      </a:pPr>
                      <a:r>
                        <a:rPr lang="en-US" sz="1000"/>
                        <a:t>27.6%</a:t>
                      </a:r>
                    </a:p>
                  </a:txBody>
                  <a:tcPr anchor="ctr"/>
                </a:tc>
                <a:extLst>
                  <a:ext uri="{0D108BD9-81ED-4DB2-BD59-A6C34878D82A}">
                    <a16:rowId xmlns:a16="http://schemas.microsoft.com/office/drawing/2014/main" val="2391329907"/>
                  </a:ext>
                </a:extLst>
              </a:tr>
              <a:tr h="813658">
                <a:tc>
                  <a:txBody>
                    <a:bodyPr/>
                    <a:lstStyle/>
                    <a:p>
                      <a:pPr algn="ctr">
                        <a:buNone/>
                      </a:pPr>
                      <a:r>
                        <a:rPr lang="en-US" sz="1000"/>
                        <a:t>3</a:t>
                      </a:r>
                    </a:p>
                  </a:txBody>
                  <a:tcPr anchor="ctr"/>
                </a:tc>
                <a:tc>
                  <a:txBody>
                    <a:bodyPr/>
                    <a:lstStyle/>
                    <a:p>
                      <a:pPr algn="ctr">
                        <a:buNone/>
                      </a:pPr>
                      <a:r>
                        <a:rPr lang="en-US" sz="1000"/>
                        <a:t>Deal_99999</a:t>
                      </a:r>
                    </a:p>
                  </a:txBody>
                  <a:tcPr anchor="ctr"/>
                </a:tc>
                <a:tc>
                  <a:txBody>
                    <a:bodyPr/>
                    <a:lstStyle/>
                    <a:p>
                      <a:pPr algn="ctr">
                        <a:buNone/>
                      </a:pPr>
                      <a:r>
                        <a:rPr lang="en-US" sz="1000" b="1"/>
                        <a:t>40%</a:t>
                      </a:r>
                      <a:endParaRPr lang="en-US" sz="1000"/>
                    </a:p>
                  </a:txBody>
                  <a:tcPr anchor="ctr"/>
                </a:tc>
                <a:tc>
                  <a:txBody>
                    <a:bodyPr/>
                    <a:lstStyle/>
                    <a:p>
                      <a:pPr algn="ctr">
                        <a:buNone/>
                      </a:pPr>
                      <a:r>
                        <a:rPr lang="en-US" sz="1000"/>
                        <a:t>$25k</a:t>
                      </a:r>
                    </a:p>
                  </a:txBody>
                  <a:tcPr anchor="ctr"/>
                </a:tc>
                <a:tc>
                  <a:txBody>
                    <a:bodyPr/>
                    <a:lstStyle/>
                    <a:p>
                      <a:pPr algn="ctr">
                        <a:buNone/>
                      </a:pPr>
                      <a:r>
                        <a:rPr lang="en-US" sz="1000"/>
                        <a:t>35.0%</a:t>
                      </a:r>
                    </a:p>
                  </a:txBody>
                  <a:tcPr anchor="ctr"/>
                </a:tc>
                <a:extLst>
                  <a:ext uri="{0D108BD9-81ED-4DB2-BD59-A6C34878D82A}">
                    <a16:rowId xmlns:a16="http://schemas.microsoft.com/office/drawing/2014/main" val="786173995"/>
                  </a:ext>
                </a:extLst>
              </a:tr>
            </a:tbl>
          </a:graphicData>
        </a:graphic>
      </p:graphicFrame>
      <p:cxnSp>
        <p:nvCxnSpPr>
          <p:cNvPr id="21" name="Connector: Elbow 20">
            <a:extLst>
              <a:ext uri="{FF2B5EF4-FFF2-40B4-BE49-F238E27FC236}">
                <a16:creationId xmlns:a16="http://schemas.microsoft.com/office/drawing/2014/main" id="{B030647D-36E6-F12D-05A5-25C6126A90AD}"/>
              </a:ext>
            </a:extLst>
          </p:cNvPr>
          <p:cNvCxnSpPr>
            <a:cxnSpLocks/>
            <a:stCxn id="18" idx="3"/>
            <a:endCxn id="19" idx="1"/>
          </p:cNvCxnSpPr>
          <p:nvPr/>
        </p:nvCxnSpPr>
        <p:spPr>
          <a:xfrm flipV="1">
            <a:off x="6691421" y="5057263"/>
            <a:ext cx="489555" cy="1"/>
          </a:xfrm>
          <a:prstGeom prst="bentConnector3">
            <a:avLst>
              <a:gd name="adj1" fmla="val 50000"/>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1444B63-19D2-5E1C-18B0-57A92A189167}"/>
              </a:ext>
            </a:extLst>
          </p:cNvPr>
          <p:cNvSpPr txBox="1"/>
          <p:nvPr/>
        </p:nvSpPr>
        <p:spPr>
          <a:xfrm>
            <a:off x="2471950" y="3349974"/>
            <a:ext cx="2204720" cy="215444"/>
          </a:xfrm>
          <a:prstGeom prst="rect">
            <a:avLst/>
          </a:prstGeom>
          <a:noFill/>
        </p:spPr>
        <p:txBody>
          <a:bodyPr wrap="square" lIns="0" tIns="0" rIns="0" bIns="0" rtlCol="0">
            <a:spAutoFit/>
          </a:bodyPr>
          <a:lstStyle/>
          <a:p>
            <a:pPr algn="ctr"/>
            <a:r>
              <a:rPr lang="en-GB" sz="1400" b="1" kern="0"/>
              <a:t>Similarity score calculation</a:t>
            </a:r>
          </a:p>
        </p:txBody>
      </p:sp>
      <p:sp>
        <p:nvSpPr>
          <p:cNvPr id="25" name="TextBox 24">
            <a:extLst>
              <a:ext uri="{FF2B5EF4-FFF2-40B4-BE49-F238E27FC236}">
                <a16:creationId xmlns:a16="http://schemas.microsoft.com/office/drawing/2014/main" id="{D4FA7999-9560-23EE-2F14-CC64BA37770B}"/>
              </a:ext>
            </a:extLst>
          </p:cNvPr>
          <p:cNvSpPr txBox="1"/>
          <p:nvPr/>
        </p:nvSpPr>
        <p:spPr>
          <a:xfrm>
            <a:off x="8242830" y="3349974"/>
            <a:ext cx="2204720" cy="215444"/>
          </a:xfrm>
          <a:prstGeom prst="rect">
            <a:avLst/>
          </a:prstGeom>
          <a:noFill/>
        </p:spPr>
        <p:txBody>
          <a:bodyPr wrap="square" lIns="0" tIns="0" rIns="0" bIns="0" rtlCol="0">
            <a:spAutoFit/>
          </a:bodyPr>
          <a:lstStyle/>
          <a:p>
            <a:pPr algn="ctr"/>
            <a:r>
              <a:rPr lang="en-GB" sz="1400" b="1" kern="0"/>
              <a:t>Final output for </a:t>
            </a:r>
            <a:r>
              <a:rPr lang="en-GB" sz="1400" b="1" kern="0" err="1"/>
              <a:t>PriceAdvisor</a:t>
            </a:r>
            <a:endParaRPr lang="en-GB" sz="1400" b="1" kern="0"/>
          </a:p>
        </p:txBody>
      </p:sp>
    </p:spTree>
    <p:extLst>
      <p:ext uri="{BB962C8B-B14F-4D97-AF65-F5344CB8AC3E}">
        <p14:creationId xmlns:p14="http://schemas.microsoft.com/office/powerpoint/2010/main" val="381113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TP_TOOLSPOWERPOINTCONFIGV2" val="{&quot;ConfigName&quot;:&quot;Oliver Wyman Widescreen&quot;,&quot;BracketAndBrace&quot;:{&quot;Brace&quot;:{&quot;Line&quot;:{&quot;Visible&quot;:true,&quot;Color&quot;:[{&quot;Source&quot;:2,&quot;Data&quot;:&quot;msoThemeColorText1&quot;}],&quot;Width&quot;:0.75},&quot;Width&quot;:14.4,&quot;Height&quot;:144.0,&quot;Adjustments&quot;:[0.5],&quot;AdjustmentsString&quot;:&quot;1&quot;},&quot;Bracket&quot;:{&quot;Line&quot;:{&quot;Visible&quot;:true,&quot;Color&quot;:[{&quot;Source&quot;:2,&quot;Data&quot;:&quot;msoThemeColorText1&quot;}],&quot;Width&quot;:0.75},&quot;Width&quot;:7.2,&quot;Height&quot;:144.0,&quot;Adjustments&quot;:[1.0],&quot;AdjustmentsString&quot;:&quot;1&quot;}},&quot;CalloutOutline&quot;:{&quot;Line&quot;:{&quot;Visible&quot;:true,&quot;Color&quot;:[{&quot;Source&quot;:2,&quot;Data&quot;:&quot;msoThemeColorAccent4&quot;}],&quot;Width&quot;:0.75},&quot;FillColor&quot;:[{&quot;Source&quot;:2,&quot;Data&quot;:&quot;msoThemeColorAccent4&quot;}],&quot;Font&quot;:{&quot;Color&quot;:[{&quot;Source&quot;:2,&quot;Data&quot;:&quot;msoThemeColorText1&quot;}],&quot;Name&quot;:&quot;+mn-lt&quot;,&quot;Style&quot;:0,&quot;Size&quot;:12}},&quot;Caret&quot;:{&quot;FillColor&quot;:[],&quot;LineColor&quot;:[{&quot;Source&quot;:2,&quot;Data&quot;:&quot;msoThemeColorText1&quot;}],&quot;SmallCaretLineWeight&quot;:1.5,&quot;LargeCaretLineWeight&quot;:2.25},&quot;Lines&quot;:{&quot;LineColor&quot;:[{&quot;Source&quot;:2,&quot;Data&quot;:&quot;msoThemeColorText1&quot;}],&quot;LineWidth&quot;:0.75},&quot;Circle&quot;:{&quot;Offset&quot;:&quot;-5, 2&quot;,&quot;Font&quot;:{&quot;Color&quot;:[{&quot;Source&quot;:2,&quot;Data&quot;:&quot;msoThemeColorText1&quot;}],&quot;Name&quot;:&quot;+mn-lt&quot;,&quot;Style&quot;:0,&quot;Size&quot;:10},&quot;FillColor&quot;:[{&quot;Source&quot;:2,&quot;Data&quot;:&quot;msoThemeColorBackground1&quot;}],&quot;Line&quot;:{&quot;Visible&quot;:true,&quot;Color&quot;:[{&quot;Source&quot;:2,&quot;Data&quot;:&quot;msoThemeColorText1&quot;}],&quot;Width&quot;:0.75}},&quot;CrossTick&quot;:{&quot;Cross&quot;:{&quot;Visible&quot;:true,&quot;Color&quot;:[{&quot;Source&quot;:2,&quot;Data&quot;:&quot;msoThemeColorText1&quot;}],&quot;Width&quot;:1.5},&quot;Tick&quot;:{&quot;Visible&quot;:true,&quot;Color&quot;:[{&quot;Source&quot;:2,&quot;Data&quot;:&quot;msoThemeColorText1&quot;}],&quot;Width&quot;:1.5}},&quot;Highlight&quot;:{&quot;Line&quot;:{&quot;Visible&quot;:true,&quot;Color&quot;:[{&quot;Source&quot;:0,&quot;Data&quot;:&quot;Yellow&quot;},{&quot;Source&quot;:1,&quot;Data&quot;:&quot;0x00BEFF&quot;}],&quot;Width&quot;:1.5},&quot;Font&quot;:{&quot;Color&quot;:[{&quot;Source&quot;:0,&quot;Data&quot;:&quot;Yellow&quot;},{&quot;Source&quot;:1,&quot;Data&quot;:&quot;0x00BEFF&quot;}],&quot;Name&quot;:&quot;+mn-lt&quot;,&quot;Style&quot;:1,&quot;Size&quot;:12},&quot;Alignment&quot;:1,&quot;VerticalAnchor&quot;:1},&quot;Title&quot;:{&quot;SubTitle&quot;:{&quot;Font&quot;:{&quot;Color&quot;:[{&quot;Source&quot;:2,&quot;Data&quot;:&quot;msoThemeColorText1&quot;}],&quot;Name&quot;:&quot;+mn-lt&quot;,&quot;Style&quot;:0,&quot;Size&quot;:16},&quot;AllCaps&quot;:false}},&quot;Headings&quot;:{&quot;Heading&quot;:{&quot;Font&quot;:{&quot;Color&quot;:[{&quot;Source&quot;:2,&quot;Data&quot;:&quot;msoThemeColorText1&quot;}],&quot;Name&quot;:&quot;+mn-lt&quot;,&quot;Style&quot;:2,&quot;Size&quot;:14}},&quot;Subheading&quot;:{&quot;Font&quot;:{&quot;Color&quot;:[{&quot;Source&quot;:2,&quot;Data&quot;:&quot;msoThemeColorText1&quot;}],&quot;Name&quot;:&quot;+mn-lt&quot;,&quot;Style&quot;:0,&quot;Size&quot;:14}}},&quot;Conclusion&quot;:{&quot;Fill&quot;:{&quot;FillType&quot;:0,&quot;Color&quot;:[]},&quot;VisibleBorders&quot;:[3,1],&quot;Line&quot;:{&quot;Visible&quot;:true,&quot;Color&quot;:[{&quot;Source&quot;:2,&quot;Data&quot;:&quot;msoThemeColorText1&quot;}],&quot;Width&quot;:0.75},&quot;Font&quot;:{&quot;Color&quot;:[{&quot;Source&quot;:2,&quot;Data&quot;:&quot;msoThemeColorText1&quot;}],&quot;Name&quot;:&quot;+mn-lt&quot;,&quot;Style&quot;:0,&quot;Size&quot;:16}},&quot;FootNote&quot;:{&quot;Font&quot;:{&quot;Color&quot;:[{&quot;Source&quot;:2,&quot;Data&quot;:&quot;msoThemeColorText1&quot;}],&quot;Name&quot;:&quot;+mn-lt&quot;,&quot;Style&quot;:0,&quot;Size&quot;:8},&quot;VerticalAnchor&quot;:4},&quot;Bullet&quot;:{&quot;List1Level&quot;:1,&quot;List2Level&quot;:2,&quot;List3Level&quot;:3,&quot;List4Level&quot;:4},&quot;TableSettings&quot;:{&quot;Heading&quot;:{&quot;Font&quot;:{&quot;Color&quot;:[{&quot;Source&quot;:2,&quot;Data&quot;:&quot;msoThemeColorText1&quot;}],&quot;Name&quot;:&quot;+mn-lt&quot;,&quot;Style&quot;:2,&quot;Size&quot;:null},&quot;Alignment&quot;:1,&quot;VerticalAnchor&quot;:4},&quot;RowHeading&quot;:{&quot;Font&quot;:{&quot;Color&quot;:[{&quot;Source&quot;:2,&quot;Data&quot;:&quot;msoThemeColorText1&quot;}],&quot;Name&quot;:&quot;+mn-lt&quot;,&quot;Style&quot;:2,&quot;Size&quot;:null},&quot;Alignment&quot;:1,&quot;VerticalAnchor&quot;:1},&quot;Text&quot;:{&quot;Font&quot;:{&quot;Color&quot;:[{&quot;Source&quot;:2,&quot;Data&quot;:&quot;msoThemeColorText1&quot;}],&quot;Name&quot;:&quot;+mn-lt&quot;,&quot;Style&quot;:0,&quot;Size&quot;:null},&quot;Alignment&quot;:1,&quot;VerticalAnchor&quot;:1},&quot;Lines&quot;:{&quot;Visible&quot;:true,&quot;Color&quot;:[{&quot;Source&quot;:2,&quot;Data&quot;:&quot;msoThemeColorText1&quot;}],&quot;Width&quot;:0.75}},&quot;Harvey&quot;:{&quot;Lines&quot;:{&quot;Visible&quot;:true,&quot;Color&quot;:[{&quot;Source&quot;:2,&quot;Data&quot;:&quot;msoThemeColorAccent1&quot;}],&quot;Width&quot;:0.75},&quot;ArcFill&quot;:[{&quot;Source&quot;:2,&quot;Data&quot;:&quot;msoThemeColorAccent1&quot;}],&quot;BallFill&quot;:[{&quot;Source&quot;:2,&quot;Data&quot;:&quot;msoThemeColorBackground1&quot;}]},&quot;Label&quot;:{&quot;Font&quot;:{&quot;Color&quot;:[{&quot;Source&quot;:2,&quot;Data&quot;:&quot;msoThemeColorAccent1&quot;}],&quot;Name&quot;:&quot;+mn-lt&quot;,&quot;Style&quot;:2,&quot;Size&quot;:10},&quot;Line&quot;:{&quot;Visible&quot;:true,&quot;Color&quot;:[{&quot;Source&quot;:2,&quot;Data&quot;:&quot;msoThemeColorAccent1&quot;}],&quot;Width&quot;:0.75},&quot;Fill&quot;:{&quot;FillType&quot;:0,&quot;Color&quot;:[]}},&quot;Ghost&quot;:{&quot;Font&quot;:{&quot;Color&quot;:[{&quot;Source&quot;:2,&quot;Data&quot;:&quot;msoThemeColorAccent3&quot;}],&quot;Name&quot;:&quot;+mn-lt&quot;,&quot;Style&quot;:0,&quot;Size&quot;:11}}}"/>
  <p:tag name="DTP_TOOLSPOWERPOINTCONFIG" val="{&quot;ConfigName&quot;:&quot;Oliver Wyman Widescreen&quot;,&quot;BracketAndBrace&quot;:{&quot;Brace&quot;:{&quot;Line&quot;:{&quot;Visible&quot;:true,&quot;Color&quot;:[{&quot;Source&quot;:2,&quot;Data&quot;:&quot;msoThemeColorText1&quot;}],&quot;Width&quot;:0.75},&quot;Width&quot;:14.4,&quot;Height&quot;:144.0,&quot;Adjustments&quot;:[1.0],&quot;AdjustmentsString&quot;:&quot;1&quot;},&quot;Bracket&quot;:{&quot;Line&quot;:{&quot;Visible&quot;:true,&quot;Color&quot;:[{&quot;Source&quot;:2,&quot;Data&quot;:&quot;msoThemeColorText1&quot;}],&quot;Width&quot;:0.75},&quot;Width&quot;:7.2,&quot;Height&quot;:144.0,&quot;Adjustments&quot;:[1.0],&quot;AdjustmentsString&quot;:&quot;1&quot;}},&quot;CalloutOutline&quot;:{&quot;Line&quot;:{&quot;Visible&quot;:true,&quot;Color&quot;:[{&quot;Source&quot;:2,&quot;Data&quot;:&quot;msoThemeColorAccent4&quot;}],&quot;Width&quot;:0.75},&quot;FillColor&quot;:[{&quot;Source&quot;:2,&quot;Data&quot;:&quot;msoThemeColorAccent4&quot;}],&quot;Font&quot;:{&quot;Color&quot;:[{&quot;Source&quot;:2,&quot;Data&quot;:&quot;msoThemeColorText1&quot;}],&quot;Name&quot;:&quot;+mn-lt&quot;,&quot;Style&quot;:0,&quot;Size&quot;:12}},&quot;Caret&quot;:{&quot;FillColor&quot;:[],&quot;LineColor&quot;:[{&quot;Source&quot;:2,&quot;Data&quot;:&quot;msoThemeColorText1&quot;}],&quot;SmallCaretLineWeight&quot;:1.5,&quot;LargeCaretLineWeight&quot;:2.25},&quot;Lines&quot;:{&quot;LineColor&quot;:[{&quot;Source&quot;:2,&quot;Data&quot;:&quot;msoThemeColorText1&quot;}],&quot;LineWidth&quot;:0.75},&quot;Circle&quot;:{&quot;Offset&quot;:&quot;-5, 2&quot;,&quot;Font&quot;:{&quot;Color&quot;:[{&quot;Source&quot;:2,&quot;Data&quot;:&quot;msoThemeColorText1&quot;}],&quot;Name&quot;:&quot;+mn-lt&quot;,&quot;Style&quot;:0,&quot;Size&quot;:10},&quot;FillColor&quot;:[{&quot;Source&quot;:2,&quot;Data&quot;:&quot;msoThemeColorBackground1&quot;}],&quot;Line&quot;:{&quot;Visible&quot;:true,&quot;Color&quot;:[{&quot;Source&quot;:2,&quot;Data&quot;:&quot;msoThemeColorText1&quot;}],&quot;Width&quot;:0.75}},&quot;CrossTick&quot;:{&quot;Cross&quot;:{&quot;Visible&quot;:true,&quot;Color&quot;:[{&quot;Source&quot;:2,&quot;Data&quot;:&quot;msoThemeColorText1&quot;}],&quot;Width&quot;:1.5},&quot;Tick&quot;:{&quot;Visible&quot;:true,&quot;Color&quot;:[{&quot;Source&quot;:2,&quot;Data&quot;:&quot;msoThemeColorText1&quot;}],&quot;Width&quot;:1.5}},&quot;Highlight&quot;:{&quot;Line&quot;:{&quot;Visible&quot;:true,&quot;Color&quot;:[{&quot;Source&quot;:0,&quot;Data&quot;:&quot;Yellow&quot;},{&quot;Source&quot;:1,&quot;Data&quot;:&quot;0x00BEFF&quot;}],&quot;Width&quot;:1.5},&quot;Font&quot;:{&quot;Color&quot;:[{&quot;Source&quot;:0,&quot;Data&quot;:&quot;Yellow&quot;},{&quot;Source&quot;:1,&quot;Data&quot;:&quot;0x00BEFF&quot;}],&quot;Name&quot;:&quot;+mn-lt&quot;,&quot;Style&quot;:1,&quot;Size&quot;:12},&quot;Alignment&quot;:1,&quot;VerticalAnchor&quot;:1},&quot;Title&quot;:{&quot;SubTitle&quot;:{&quot;Font&quot;:{&quot;Color&quot;:[{&quot;Source&quot;:2,&quot;Data&quot;:&quot;msoThemeColorText1&quot;}],&quot;Name&quot;:&quot;+mn-lt&quot;,&quot;Style&quot;:0,&quot;Size&quot;:16},&quot;AllCaps&quot;:false}},&quot;Headings&quot;:{&quot;Heading&quot;:{&quot;Font&quot;:{&quot;Color&quot;:[{&quot;Source&quot;:2,&quot;Data&quot;:&quot;msoThemeColorText1&quot;}],&quot;Name&quot;:&quot;+mn-lt&quot;,&quot;Style&quot;:2,&quot;Size&quot;:14}},&quot;Subheading&quot;:{&quot;Font&quot;:{&quot;Color&quot;:[{&quot;Source&quot;:2,&quot;Data&quot;:&quot;msoThemeColorText1&quot;}],&quot;Name&quot;:&quot;+mn-lt&quot;,&quot;Style&quot;:0,&quot;Size&quot;:14}}},&quot;Conclusion&quot;:{&quot;Fill&quot;:{&quot;FillType&quot;:0,&quot;Color&quot;:[]},&quot;VisibleBorders&quot;:[3,1],&quot;Line&quot;:{&quot;Visible&quot;:true,&quot;Color&quot;:[{&quot;Source&quot;:2,&quot;Data&quot;:&quot;msoThemeColorText1&quot;}],&quot;Width&quot;:0.75},&quot;Font&quot;:{&quot;Color&quot;:[{&quot;Source&quot;:2,&quot;Data&quot;:&quot;msoThemeColorText1&quot;}],&quot;Name&quot;:&quot;+mn-lt&quot;,&quot;Style&quot;:0,&quot;Size&quot;:16}},&quot;FootNote&quot;:{&quot;Font&quot;:{&quot;Color&quot;:[{&quot;Source&quot;:2,&quot;Data&quot;:&quot;msoThemeColorText1&quot;}],&quot;Name&quot;:&quot;+mn-lt&quot;,&quot;Style&quot;:0,&quot;Size&quot;:8},&quot;VerticalAnchor&quot;:4},&quot;Bullet&quot;:{&quot;List1Level&quot;:1,&quot;List2Level&quot;:2,&quot;List3Level&quot;:3,&quot;List4Level&quot;:4},&quot;TableSettings&quot;:{&quot;Heading&quot;:{&quot;Font&quot;:{&quot;Color&quot;:[{&quot;Source&quot;:2,&quot;Data&quot;:&quot;msoThemeColorText1&quot;}],&quot;Name&quot;:&quot;+mn-lt&quot;,&quot;Style&quot;:2,&quot;Size&quot;:null},&quot;Alignment&quot;:1,&quot;VerticalAnchor&quot;:4},&quot;RowHeading&quot;:{&quot;Font&quot;:{&quot;Color&quot;:[{&quot;Source&quot;:2,&quot;Data&quot;:&quot;msoThemeColorText1&quot;}],&quot;Name&quot;:&quot;+mn-lt&quot;,&quot;Style&quot;:2,&quot;Size&quot;:null},&quot;Alignment&quot;:1,&quot;VerticalAnchor&quot;:1},&quot;Text&quot;:{&quot;Font&quot;:{&quot;Color&quot;:[{&quot;Source&quot;:2,&quot;Data&quot;:&quot;msoThemeColorText1&quot;}],&quot;Name&quot;:&quot;+mn-lt&quot;,&quot;Style&quot;:0,&quot;Size&quot;:null},&quot;Alignment&quot;:1,&quot;VerticalAnchor&quot;:1},&quot;Lines&quot;:{&quot;Visible&quot;:true,&quot;Color&quot;:[{&quot;Source&quot;:2,&quot;Data&quot;:&quot;msoThemeColorText1&quot;}],&quot;Width&quot;:0.75}},&quot;Harvey&quot;:{&quot;Lines&quot;:{&quot;Visible&quot;:true,&quot;Color&quot;:[{&quot;Source&quot;:2,&quot;Data&quot;:&quot;msoThemeColorAccent1&quot;}],&quot;Width&quot;:0.75},&quot;ArcFill&quot;:[{&quot;Source&quot;:2,&quot;Data&quot;:&quot;msoThemeColorAccent1&quot;}],&quot;BallFill&quot;:[{&quot;Source&quot;:2,&quot;Data&quot;:&quot;msoThemeColorBackground1&quot;}]},&quot;Label&quot;:{&quot;Font&quot;:{&quot;Color&quot;:[{&quot;Source&quot;:2,&quot;Data&quot;:&quot;msoThemeColorAccent1&quot;}],&quot;Name&quot;:&quot;+mn-lt&quot;,&quot;Style&quot;:2,&quot;Size&quot;:10},&quot;Line&quot;:{&quot;Visible&quot;:true,&quot;Color&quot;:[{&quot;Source&quot;:2,&quot;Data&quot;:&quot;msoThemeColorAccent1&quot;}],&quot;Width&quot;:0.75}},&quot;Ghost&quot;:{&quot;Font&quot;:{&quot;Color&quot;:[{&quot;Source&quot;:2,&quot;Data&quot;:&quot;msoThemeColorAccent3&quot;}],&quot;Name&quot;:&quot;+mn-lt&quot;,&quot;Style&quot;:0,&quot;Size&quot;:1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liver Wyman">
  <a:themeElements>
    <a:clrScheme name="Oliver Wyman">
      <a:dk1>
        <a:srgbClr val="000000"/>
      </a:dk1>
      <a:lt1>
        <a:srgbClr val="FFFFFF"/>
      </a:lt1>
      <a:dk2>
        <a:srgbClr val="000000"/>
      </a:dk2>
      <a:lt2>
        <a:srgbClr val="FFFFFF"/>
      </a:lt2>
      <a:accent1>
        <a:srgbClr val="002C77"/>
      </a:accent1>
      <a:accent2>
        <a:srgbClr val="009DE0"/>
      </a:accent2>
      <a:accent3>
        <a:srgbClr val="949494"/>
      </a:accent3>
      <a:accent4>
        <a:srgbClr val="DADADA"/>
      </a:accent4>
      <a:accent5>
        <a:srgbClr val="275D38"/>
      </a:accent5>
      <a:accent6>
        <a:srgbClr val="00AC41"/>
      </a:accent6>
      <a:hlink>
        <a:srgbClr val="2C6EF2"/>
      </a:hlink>
      <a:folHlink>
        <a:srgbClr val="2C6EF2"/>
      </a:folHlink>
    </a:clrScheme>
    <a:fontScheme name="Oliver Wyman">
      <a:majorFont>
        <a:latin typeface="MMC Display Condensed"/>
        <a:ea typeface=""/>
        <a:cs typeface=""/>
        <a:font script="Jpan" typeface="Meiryo"/>
        <a:font script="Hang" typeface="맑은 고딕"/>
        <a:font script="Hans" typeface="Microsoft YaHei"/>
        <a:font script="Hant" typeface="Microsoft YaHei"/>
        <a:font script="Arab" typeface="Duba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Meiryo"/>
        <a:font script="Hang" typeface="맑은 고딕"/>
        <a:font script="Hans" typeface="DengXian"/>
        <a:font script="Hant" typeface="DengXian"/>
        <a:font script="Arab" typeface="Duba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liver Wyman">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9525">
          <a:solidFill>
            <a:schemeClr val="tx1"/>
          </a:solidFill>
          <a:miter lim="800000"/>
        </a:ln>
      </a:spPr>
      <a:bodyPr lIns="73152" tIns="73152" rIns="73152" bIns="73152" rtlCol="0" anchor="ctr"/>
      <a:lstStyle>
        <a:defPPr algn="ctr">
          <a:defRPr sz="1400" kern="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400" kern="0" dirty="0" err="1" smtClean="0"/>
        </a:defPPr>
      </a:lstStyle>
    </a:txDef>
  </a:objectDefaults>
  <a:extraClrSchemeLst/>
  <a:custClrLst>
    <a:custClr name="Dark blue">
      <a:srgbClr val="002C77"/>
    </a:custClr>
    <a:custClr name="Dark gray">
      <a:srgbClr val="565656"/>
    </a:custClr>
    <a:custClr name="Dark green">
      <a:srgbClr val="275D38"/>
    </a:custClr>
    <a:custClr name="Dark yellow">
      <a:srgbClr val="965D00"/>
    </a:custClr>
    <a:custClr name="Dark orange">
      <a:srgbClr val="A32E00"/>
    </a:custClr>
    <a:custClr name="Dark crimson">
      <a:srgbClr val="9A1C1F"/>
    </a:custClr>
    <a:custClr name="Dark pink">
      <a:srgbClr val="B2025B"/>
    </a:custClr>
    <a:custClr name="Dark purple">
      <a:srgbClr val="463282"/>
    </a:custClr>
    <a:custClr name="Dark blue gray">
      <a:srgbClr val="4E6287"/>
    </a:custClr>
    <a:custClr name="Danger red">
      <a:srgbClr val="C53532"/>
    </a:custClr>
    <a:custClr name="Blue">
      <a:srgbClr val="009DE0"/>
    </a:custClr>
    <a:custClr name="Gray">
      <a:srgbClr val="949494"/>
    </a:custClr>
    <a:custClr name="Green">
      <a:srgbClr val="00AC41"/>
    </a:custClr>
    <a:custClr name="Yellow">
      <a:srgbClr val="FFBE00"/>
    </a:custClr>
    <a:custClr name="Orange">
      <a:srgbClr val="FF8C00"/>
    </a:custClr>
    <a:custClr name="Crimson">
      <a:srgbClr val="EF4E45"/>
    </a:custClr>
    <a:custClr name="Pink">
      <a:srgbClr val="EE3D8B"/>
    </a:custClr>
    <a:custClr name="Purple">
      <a:srgbClr val="8246AF"/>
    </a:custClr>
    <a:custClr name="Blue gray">
      <a:srgbClr val="8096B2"/>
    </a:custClr>
    <a:custClr name="Warning yellow">
      <a:srgbClr val="FFBE00"/>
    </a:custClr>
    <a:custClr name="Light blue">
      <a:srgbClr val="76D3FF"/>
    </a:custClr>
    <a:custClr name="Light gray">
      <a:srgbClr val="DADADA"/>
    </a:custClr>
    <a:custClr name="Light green">
      <a:srgbClr val="ADDFB3"/>
    </a:custClr>
    <a:custClr name="Light yellow">
      <a:srgbClr val="FFE580"/>
    </a:custClr>
    <a:custClr name="Light orange">
      <a:srgbClr val="FFCA94"/>
    </a:custClr>
    <a:custClr name="Light crimson">
      <a:srgbClr val="FFAEA6"/>
    </a:custClr>
    <a:custClr name="Light pink">
      <a:srgbClr val="F8ACBE"/>
    </a:custClr>
    <a:custClr name="Light purple">
      <a:srgbClr val="CCB3E0"/>
    </a:custClr>
    <a:custClr name="Light blue gray">
      <a:srgbClr val="BED3E4"/>
    </a:custClr>
    <a:custClr name="Success green">
      <a:srgbClr val="14853D"/>
    </a:custClr>
    <a:custClr name="Table blue">
      <a:srgbClr val="C7EDFF"/>
    </a:custClr>
    <a:custClr name="Table gray">
      <a:srgbClr val="F0F0F0"/>
    </a:custClr>
  </a:custClrLst>
  <a:extLst>
    <a:ext uri="{05A4C25C-085E-4340-85A3-A5531E510DB2}">
      <thm15:themeFamily xmlns:thm15="http://schemas.microsoft.com/office/thememl/2012/main" name="Widescreen 16x9.potx" id="{6B03B70D-6EFD-4FBD-AE23-C1F12C5C48AF}" vid="{0F2DB142-F5C5-4CD7-B25E-A6EB494470FF}"/>
    </a:ext>
  </a:extLst>
</a:theme>
</file>

<file path=ppt/theme/theme2.xml><?xml version="1.0" encoding="utf-8"?>
<a:theme xmlns:a="http://schemas.openxmlformats.org/drawingml/2006/main" name="Oliver Wyman">
  <a:themeElements>
    <a:clrScheme name="Oliver Wyman">
      <a:dk1>
        <a:srgbClr val="000000"/>
      </a:dk1>
      <a:lt1>
        <a:srgbClr val="FFFFFF"/>
      </a:lt1>
      <a:dk2>
        <a:srgbClr val="000000"/>
      </a:dk2>
      <a:lt2>
        <a:srgbClr val="FFFFFF"/>
      </a:lt2>
      <a:accent1>
        <a:srgbClr val="002C77"/>
      </a:accent1>
      <a:accent2>
        <a:srgbClr val="009DE0"/>
      </a:accent2>
      <a:accent3>
        <a:srgbClr val="949494"/>
      </a:accent3>
      <a:accent4>
        <a:srgbClr val="DADADA"/>
      </a:accent4>
      <a:accent5>
        <a:srgbClr val="275D38"/>
      </a:accent5>
      <a:accent6>
        <a:srgbClr val="00AC41"/>
      </a:accent6>
      <a:hlink>
        <a:srgbClr val="2C6EF2"/>
      </a:hlink>
      <a:folHlink>
        <a:srgbClr val="2C6EF2"/>
      </a:folHlink>
    </a:clrScheme>
    <a:fontScheme name="Oliver Wyman">
      <a:majorFont>
        <a:latin typeface="MMC Display Condensed"/>
        <a:ea typeface=""/>
        <a:cs typeface=""/>
        <a:font script="Jpan" typeface="Meiryo"/>
        <a:font script="Hang" typeface="맑은 고딕"/>
        <a:font script="Hans" typeface="Microsoft YaHei"/>
        <a:font script="Hant" typeface="Microsoft YaHei"/>
        <a:font script="Arab" typeface="Duba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Meiryo"/>
        <a:font script="Hang" typeface="맑은 고딕"/>
        <a:font script="Hans" typeface="DengXian"/>
        <a:font script="Hant" typeface="DengXian"/>
        <a:font script="Arab" typeface="Duba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liver Wyman">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9525">
          <a:solidFill>
            <a:schemeClr val="tx1"/>
          </a:solidFill>
          <a:miter lim="800000"/>
        </a:ln>
      </a:spPr>
      <a:bodyPr lIns="73152" tIns="73152" rIns="73152" bIns="73152" rtlCol="0" anchor="ctr"/>
      <a:lstStyle>
        <a:defPPr algn="ctr">
          <a:defRPr sz="1400" kern="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400" kern="0" dirty="0" err="1" smtClean="0"/>
        </a:defPPr>
      </a:lstStyle>
    </a:txDef>
  </a:objectDefaults>
  <a:extraClrSchemeLst/>
  <a:custClrLst>
    <a:custClr name="Dark blue">
      <a:srgbClr val="002C77"/>
    </a:custClr>
    <a:custClr name="Dark gray">
      <a:srgbClr val="565656"/>
    </a:custClr>
    <a:custClr name="Dark green">
      <a:srgbClr val="275D38"/>
    </a:custClr>
    <a:custClr name="Dark yellow">
      <a:srgbClr val="965D00"/>
    </a:custClr>
    <a:custClr name="Dark orange">
      <a:srgbClr val="A32E00"/>
    </a:custClr>
    <a:custClr name="Dark crimson">
      <a:srgbClr val="9A1C1F"/>
    </a:custClr>
    <a:custClr name="Dark pink">
      <a:srgbClr val="B2025B"/>
    </a:custClr>
    <a:custClr name="Dark purple">
      <a:srgbClr val="463282"/>
    </a:custClr>
    <a:custClr name="Dark blue gray">
      <a:srgbClr val="4E6287"/>
    </a:custClr>
    <a:custClr name="Danger red">
      <a:srgbClr val="C53532"/>
    </a:custClr>
    <a:custClr name="Blue">
      <a:srgbClr val="009DE0"/>
    </a:custClr>
    <a:custClr name="Gray">
      <a:srgbClr val="949494"/>
    </a:custClr>
    <a:custClr name="Green">
      <a:srgbClr val="00AC41"/>
    </a:custClr>
    <a:custClr name="Yellow">
      <a:srgbClr val="FFBE00"/>
    </a:custClr>
    <a:custClr name="Orange">
      <a:srgbClr val="FF8C00"/>
    </a:custClr>
    <a:custClr name="Crimson">
      <a:srgbClr val="EF4E45"/>
    </a:custClr>
    <a:custClr name="Pink">
      <a:srgbClr val="EE3D8B"/>
    </a:custClr>
    <a:custClr name="Purple">
      <a:srgbClr val="8246AF"/>
    </a:custClr>
    <a:custClr name="Blue gray">
      <a:srgbClr val="8096B2"/>
    </a:custClr>
    <a:custClr name="Warning yellow">
      <a:srgbClr val="FFBE00"/>
    </a:custClr>
    <a:custClr name="Light blue">
      <a:srgbClr val="76D3FF"/>
    </a:custClr>
    <a:custClr name="Light gray">
      <a:srgbClr val="DADADA"/>
    </a:custClr>
    <a:custClr name="Light green">
      <a:srgbClr val="ADDFB3"/>
    </a:custClr>
    <a:custClr name="Light yellow">
      <a:srgbClr val="FFE580"/>
    </a:custClr>
    <a:custClr name="Light orange">
      <a:srgbClr val="FFCA94"/>
    </a:custClr>
    <a:custClr name="Light crimson">
      <a:srgbClr val="FFAEA6"/>
    </a:custClr>
    <a:custClr name="Light pink">
      <a:srgbClr val="F8ACBE"/>
    </a:custClr>
    <a:custClr name="Light purple">
      <a:srgbClr val="CCB3E0"/>
    </a:custClr>
    <a:custClr name="Light blue gray">
      <a:srgbClr val="BED3E4"/>
    </a:custClr>
    <a:custClr name="Success green">
      <a:srgbClr val="14853D"/>
    </a:custClr>
    <a:custClr name="Table blue">
      <a:srgbClr val="C7EDFF"/>
    </a:custClr>
    <a:custClr name="Table gray">
      <a:srgbClr val="F0F0F0"/>
    </a:custClr>
  </a:custClrLst>
  <a:extLst>
    <a:ext uri="{05A4C25C-085E-4340-85A3-A5531E510DB2}">
      <thm15:themeFamily xmlns:thm15="http://schemas.microsoft.com/office/thememl/2012/main" name="Classic Print.potx" id="{3BD3F9C2-E0F5-4CEF-8789-E4AB830419DB}" vid="{79E2AB3F-92A5-4A76-BFD1-0EDE0A7B893B}"/>
    </a:ext>
  </a:extLst>
</a:theme>
</file>

<file path=ppt/theme/theme3.xml><?xml version="1.0" encoding="utf-8"?>
<a:theme xmlns:a="http://schemas.openxmlformats.org/drawingml/2006/main" name="Oliver Wyman">
  <a:themeElements>
    <a:clrScheme name="Oliver Wyman">
      <a:dk1>
        <a:srgbClr val="000000"/>
      </a:dk1>
      <a:lt1>
        <a:srgbClr val="FFFFFF"/>
      </a:lt1>
      <a:dk2>
        <a:srgbClr val="000000"/>
      </a:dk2>
      <a:lt2>
        <a:srgbClr val="FFFFFF"/>
      </a:lt2>
      <a:accent1>
        <a:srgbClr val="002C77"/>
      </a:accent1>
      <a:accent2>
        <a:srgbClr val="009DE0"/>
      </a:accent2>
      <a:accent3>
        <a:srgbClr val="949494"/>
      </a:accent3>
      <a:accent4>
        <a:srgbClr val="DADADA"/>
      </a:accent4>
      <a:accent5>
        <a:srgbClr val="275D38"/>
      </a:accent5>
      <a:accent6>
        <a:srgbClr val="00AC41"/>
      </a:accent6>
      <a:hlink>
        <a:srgbClr val="2C6EF2"/>
      </a:hlink>
      <a:folHlink>
        <a:srgbClr val="2C6EF2"/>
      </a:folHlink>
    </a:clrScheme>
    <a:fontScheme name="Oliver Wyman">
      <a:majorFont>
        <a:latin typeface="MMC Display Condensed"/>
        <a:ea typeface=""/>
        <a:cs typeface=""/>
        <a:font script="Jpan" typeface="Meiryo"/>
        <a:font script="Hang" typeface="맑은 고딕"/>
        <a:font script="Hans" typeface="Microsoft YaHei"/>
        <a:font script="Hant" typeface="Microsoft YaHei"/>
        <a:font script="Arab" typeface="Duba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Meiryo"/>
        <a:font script="Hang" typeface="맑은 고딕"/>
        <a:font script="Hans" typeface="DengXian"/>
        <a:font script="Hant" typeface="DengXian"/>
        <a:font script="Arab" typeface="Duba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liver Wyman">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9525">
          <a:solidFill>
            <a:schemeClr val="tx1"/>
          </a:solidFill>
          <a:miter lim="800000"/>
        </a:ln>
      </a:spPr>
      <a:bodyPr lIns="73152" tIns="73152" rIns="73152" bIns="73152" rtlCol="0" anchor="ctr"/>
      <a:lstStyle>
        <a:defPPr algn="ctr">
          <a:defRPr sz="1400" kern="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400" kern="0" dirty="0" err="1" smtClean="0"/>
        </a:defPPr>
      </a:lstStyle>
    </a:txDef>
  </a:objectDefaults>
  <a:extraClrSchemeLst/>
  <a:custClrLst>
    <a:custClr name="Dark blue">
      <a:srgbClr val="002C77"/>
    </a:custClr>
    <a:custClr name="Dark gray">
      <a:srgbClr val="565656"/>
    </a:custClr>
    <a:custClr name="Dark green">
      <a:srgbClr val="275D38"/>
    </a:custClr>
    <a:custClr name="Dark yellow">
      <a:srgbClr val="965D00"/>
    </a:custClr>
    <a:custClr name="Dark orange">
      <a:srgbClr val="A32E00"/>
    </a:custClr>
    <a:custClr name="Dark crimson">
      <a:srgbClr val="9A1C1F"/>
    </a:custClr>
    <a:custClr name="Dark pink">
      <a:srgbClr val="B2025B"/>
    </a:custClr>
    <a:custClr name="Dark purple">
      <a:srgbClr val="463282"/>
    </a:custClr>
    <a:custClr name="Dark blue gray">
      <a:srgbClr val="4E6287"/>
    </a:custClr>
    <a:custClr name="Danger red">
      <a:srgbClr val="C53532"/>
    </a:custClr>
    <a:custClr name="Blue">
      <a:srgbClr val="009DE0"/>
    </a:custClr>
    <a:custClr name="Gray">
      <a:srgbClr val="949494"/>
    </a:custClr>
    <a:custClr name="Green">
      <a:srgbClr val="00AC41"/>
    </a:custClr>
    <a:custClr name="Yellow">
      <a:srgbClr val="FFBE00"/>
    </a:custClr>
    <a:custClr name="Orange">
      <a:srgbClr val="FF8C00"/>
    </a:custClr>
    <a:custClr name="Crimson">
      <a:srgbClr val="EF4E45"/>
    </a:custClr>
    <a:custClr name="Pink">
      <a:srgbClr val="EE3D8B"/>
    </a:custClr>
    <a:custClr name="Purple">
      <a:srgbClr val="8246AF"/>
    </a:custClr>
    <a:custClr name="Blue gray">
      <a:srgbClr val="8096B2"/>
    </a:custClr>
    <a:custClr name="Warning yellow">
      <a:srgbClr val="FFBE00"/>
    </a:custClr>
    <a:custClr name="Light blue">
      <a:srgbClr val="76D3FF"/>
    </a:custClr>
    <a:custClr name="Light gray">
      <a:srgbClr val="DADADA"/>
    </a:custClr>
    <a:custClr name="Light green">
      <a:srgbClr val="ADDFB3"/>
    </a:custClr>
    <a:custClr name="Light yellow">
      <a:srgbClr val="FFE580"/>
    </a:custClr>
    <a:custClr name="Light orange">
      <a:srgbClr val="FFCA94"/>
    </a:custClr>
    <a:custClr name="Light crimson">
      <a:srgbClr val="FFAEA6"/>
    </a:custClr>
    <a:custClr name="Light pink">
      <a:srgbClr val="F8ACBE"/>
    </a:custClr>
    <a:custClr name="Light purple">
      <a:srgbClr val="CCB3E0"/>
    </a:custClr>
    <a:custClr name="Light blue gray">
      <a:srgbClr val="BED3E4"/>
    </a:custClr>
    <a:custClr name="Success green">
      <a:srgbClr val="14853D"/>
    </a:custClr>
    <a:custClr name="Table blue">
      <a:srgbClr val="C7EDFF"/>
    </a:custClr>
    <a:custClr name="Table gray">
      <a:srgbClr val="F0F0F0"/>
    </a:custClr>
  </a:custClrLst>
  <a:extLst>
    <a:ext uri="{05A4C25C-085E-4340-85A3-A5531E510DB2}">
      <thm15:themeFamily xmlns:thm15="http://schemas.microsoft.com/office/thememl/2012/main" name="Classic Print.potx" id="{3BD3F9C2-E0F5-4CEF-8789-E4AB830419DB}" vid="{79E2AB3F-92A5-4A76-BFD1-0EDE0A7B893B}"/>
    </a:ext>
  </a:extLst>
</a:theme>
</file>

<file path=customUI/customUI14.xml><?xml version="1.0" encoding="utf-8"?>
<mso:customUI xmlns:mso="http://schemas.microsoft.com/office/2009/07/customui">
  <mso:ribbon>
    <mso:contextualTabs>
      <mso:tabSet idMso="TabSetTableTools">
        <mso:tab idQ="mso:TabTableToolsDesign">
          <mso:group idQ="mso:GroupTableStylesPowerPoint" visible="false"/>
          <mso:group id="OWTable" label="Table" autoScale="true">
            <mso:gallery idQ="mso:ShadingColorPicker" visible="true"/>
            <mso:control idQ="mso:TableBordersMenu" visible="true"/>
          </mso:group>
        </mso:tab>
      </mso:tabSet>
    </mso:contextualTabs>
  </mso:ribbon>
</mso:customUI>
</file>

<file path=docProps/app.xml><?xml version="1.0" encoding="utf-8"?>
<Properties xmlns="http://schemas.openxmlformats.org/officeDocument/2006/extended-properties" xmlns:vt="http://schemas.openxmlformats.org/officeDocument/2006/docPropsVTypes">
  <Template>blank</Template>
  <TotalTime>25</TotalTime>
  <Words>1460</Words>
  <Application>Microsoft Office PowerPoint</Application>
  <PresentationFormat>Widescreen</PresentationFormat>
  <Paragraphs>336</Paragraphs>
  <Slides>9</Slides>
  <Notes>5</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5" baseType="lpstr">
      <vt:lpstr>Wingdings</vt:lpstr>
      <vt:lpstr>Calibri</vt:lpstr>
      <vt:lpstr>Arial</vt:lpstr>
      <vt:lpstr>MMC Display Condensed</vt:lpstr>
      <vt:lpstr>Oliver Wyman</vt:lpstr>
      <vt:lpstr>think-cell Slide</vt:lpstr>
      <vt:lpstr>PowerPoint Presentation</vt:lpstr>
      <vt:lpstr>Overall vision &amp; objectives Custom, easy-to-use pricing tool supports a structured quoting process</vt:lpstr>
      <vt:lpstr>Scope of use cases Primary initial focus on is pricing new customer deals. Additional pricing use cases could later be enabled by this platform</vt:lpstr>
      <vt:lpstr>Process Steps: future state overview among various use cases</vt:lpstr>
      <vt:lpstr>PowerPoint Presentation</vt:lpstr>
      <vt:lpstr>comparing to similar past deals</vt:lpstr>
      <vt:lpstr>Comparable deals are identified using a simple basket similarity methodology Measures the shared portion of each basket to surface historical deals that are commercially similar and easy to explain </vt:lpstr>
      <vt:lpstr>Comparable deals | Analytics base table</vt:lpstr>
      <vt:lpstr>Comparable deals | Backend/frontend logic</vt:lpstr>
    </vt:vector>
  </TitlesOfParts>
  <Company>MMC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Walker, Harry</dc:creator>
  <cp:keywords>OW21.Widescreen.20251216.1</cp:keywords>
  <cp:lastModifiedBy>Walker, Harry</cp:lastModifiedBy>
  <cp:revision>3</cp:revision>
  <dcterms:created xsi:type="dcterms:W3CDTF">2026-04-30T20:32:51Z</dcterms:created>
  <dcterms:modified xsi:type="dcterms:W3CDTF">2026-04-30T20:58:05Z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Version">
    <vt:lpwstr>2021/06/01</vt:lpwstr>
  </property>
  <property fmtid="{D5CDD505-2E9C-101B-9397-08002B2CF9AE}" pid="3" name="MSIP_Label_38f1469a-2c2a-4aee-b92b-090d4c5468ff_Enabled">
    <vt:lpwstr>true</vt:lpwstr>
  </property>
  <property fmtid="{D5CDD505-2E9C-101B-9397-08002B2CF9AE}" pid="4" name="MSIP_Label_38f1469a-2c2a-4aee-b92b-090d4c5468ff_SetDate">
    <vt:lpwstr>2025-12-16T11:46:10Z</vt:lpwstr>
  </property>
  <property fmtid="{D5CDD505-2E9C-101B-9397-08002B2CF9AE}" pid="5" name="MSIP_Label_38f1469a-2c2a-4aee-b92b-090d4c5468ff_Method">
    <vt:lpwstr>Standard</vt:lpwstr>
  </property>
  <property fmtid="{D5CDD505-2E9C-101B-9397-08002B2CF9AE}" pid="6" name="MSIP_Label_38f1469a-2c2a-4aee-b92b-090d4c5468ff_Name">
    <vt:lpwstr>Confidential - Unmarked</vt:lpwstr>
  </property>
  <property fmtid="{D5CDD505-2E9C-101B-9397-08002B2CF9AE}" pid="7" name="MSIP_Label_38f1469a-2c2a-4aee-b92b-090d4c5468ff_SiteId">
    <vt:lpwstr>2a6e6092-73e4-4752-b1a5-477a17f5056d</vt:lpwstr>
  </property>
  <property fmtid="{D5CDD505-2E9C-101B-9397-08002B2CF9AE}" pid="8" name="MSIP_Label_38f1469a-2c2a-4aee-b92b-090d4c5468ff_ActionId">
    <vt:lpwstr>77683729-35fa-4fba-a41e-a6617dfa228e</vt:lpwstr>
  </property>
  <property fmtid="{D5CDD505-2E9C-101B-9397-08002B2CF9AE}" pid="9" name="MSIP_Label_38f1469a-2c2a-4aee-b92b-090d4c5468ff_ContentBits">
    <vt:lpwstr>0</vt:lpwstr>
  </property>
  <property fmtid="{D5CDD505-2E9C-101B-9397-08002B2CF9AE}" pid="10" name="MSIP_Label_38f1469a-2c2a-4aee-b92b-090d4c5468ff_Tag">
    <vt:lpwstr>10, 3, 0, 1</vt:lpwstr>
  </property>
  <property fmtid="{D5CDD505-2E9C-101B-9397-08002B2CF9AE}" pid="11" name="DocumentMSOLanguageID">
    <vt:lpwstr>msoLanguageIDEnglishUK</vt:lpwstr>
  </property>
  <property fmtid="{D5CDD505-2E9C-101B-9397-08002B2CF9AE}" pid="12" name="LogoName">
    <vt:lpwstr>Oliver Wyman</vt:lpwstr>
  </property>
</Properties>
</file>